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división por departamentos y categorías. El propósito es diseñar una organización de catálogo que permita encontrar productos y distinguir categorías de filtros.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¿Cómo separarías las categorías y los filtros sin duplicar el mismo producto?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departamento agrupa grandes familias de oferta; una categoría organiza productos con una característica o uso compartido. La estructura debe responder a cómo buscan las personas, no copiar automáticamente el organigrama interno. Antes de clasificar, identifica el vocabulario del público, el tamaño del catálogo y las tareas más frecuentes. Una taxonomía comprensible reduce decisiones innecesarias y ayuda a mantener el catálogo cuando crece.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jerarquía establece relaciones entre niveles, como alimentos, chocolates y tabletas. Las facetas permiten limitar resultados por atributos, como precio, porcentaje de cacao o disponibilidad. No conviene convertir cada combinación de atributos en una categoría nueva. Un producto puede aparecer en varias rutas de navegación, pero debe conservar una identidad y una ficha consistentes para no duplicar inventario ni información.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Comienza reuniendo búsquedas y tareas reales. Agrupa productos por semejanzas relevantes y asigna etiquetas comprensibles. Después comprueba si una persona puede encontrar un artículo concreto sin recibir instrucciones. Corrige los nombres o la estructura cuando el recorrido observado contradiga lo que el equipo esperaba.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Minga Cacao vende tabletas, bombones, cajas para regalo y accesorios. Su menú separa premium, varios y línea dos; además, crea una categoría distinta para cada precio. Una cliente busca una caja sin azúcar para regalar y debe abrir cuatro secciones. Se propone organizar por tipo de producto y usar precio y composición como filtros, siempre con información verificable de ingredientes.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ordenamiento de tarjetas ayuda a explorar cómo las personas agruparían productos y qué nombres elegirían. Una prueba de árbol comprueba si pueden encontrar un artículo dentro de una estructura de etiquetas sin depender del diseño visual. Registra éxito, recorrido y dudas. Estas técnicas aportan evidencia sobre comprensión; una muestra pequeña sirve para detectar problemas, pero no representa automáticamente a todo el mercado.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quién puede crear categorías, qué atributos son obligatorios y cómo se corrigen sinónimos o productos mal ubicados. Mantén nombres paralelos y evita etiquetas internas como varios o grupo B. La búsqueda y las rutas de navegación deben usar información coherente. Si cambias una estructura publicada, revisa enlaces y accesos existentes para evitar que una mejora de clasificación deje productos difíciles de encontrar.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Clasifica doce productos propuestos por ti y justifica dos niveles de categorías. Después, diseña una prueba de árbol con dos tareas y criterios observables de éxito. Justifica tus decisiones con los conceptos de esta explicación y comprueba tus respuestas en la actividad interactiva.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Clasifica para las tareas del público. Separa jerarquías de filtros. Valida y mantén el catálogo.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1.2, UPS 2026–2027. Referencia: Rosenfeld, Morville y Arango (2015), Information Architecture: For the Web and Beyond, 4.ª ed. O’Reilly.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División por departamentos y categorías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Diseñar una organización de catálogo que permita encontrar productos y distinguir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categorías de filtros.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Diseñar una organización de catálogo que permita encontrar productos y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distinguir categorías de filtros.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4648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¿Cómo separarías las categorías y los filtros sin duplicar el mismo producto?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Categorías orientadas al público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20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departamento agrupa grandes familias de oferta; una categoría organiza productos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característica o uso compartido. La estructura debe responder a cómo buscan las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personas, no copiar automáticamente el organigrama interno. Antes de clasificar, identifica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vocabulario del público, el tamaño del catálogo y las tareas más frecuentes.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taxonomía comprensible reduce decisiones innecesarias y ayuda a mantener el catálogo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cuando crece.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Jerarquía y facetas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jerarquía establece relaciones entre niveles, como alimentos, chocolates y tabletas. Las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facetas permiten limitar resultados por atributos, como precio, porcentaje de cacao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disponibilidad. No conviene convertir cada combinación de atributos en una categoría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nueva. Un producto puede aparecer en varias rutas de navegación, pero debe conservar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identidad y una ficha consistentes para no duplicar inventario ni información.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Investigar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Agrupar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Nombrar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Comienza reuniendo búsquedas y tareas reales. Agrupa productos por semejanzas relevantes y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asigna etiquetas comprensibles. Después comprueba si una persona puede encontrar un artículo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concreto sin recibir instrucciones. Corrige los nombres o la estructura cuando el recorrido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observado contradiga lo que el equipo esperaba.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Minga Cacao vende tabletas, bombones, cajas para regalo y accesorios. Su menú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separa premium, varios y línea dos; además, crea una categoría distinta para cada precio. Una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cliente busca una caja sin azúcar para regalar y debe abrir cuatro secciones. Se propone organizar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por tipo de producto y usar precio y composición como filtros, siempre con información verificable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de ingredientes.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¿Cómo separarías las categorías y los filtros sin duplicar el mismo producto?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Validar con personas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2072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ordenamiento de tarjetas ayuda a explorar cómo las personas agruparían productos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qué nombres elegirían. Una prueba de árbol comprueba si pueden encontrar un artículo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dentro de una estructura de etiquetas sin depender del diseño visual. Registra éxito,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recorrido y dudas. Estas técnicas aportan evidencia sobre comprensión; una muestra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pequeña sirve para detectar problemas, pero no representa automáticamente a todo 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mercado.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Gobierno del catálogo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Define quién puede crear categorías, qué atributos son obligatorios y cómo se corrigen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sinónimos o productos mal ubicados. Mantén nombres paralelos y evita etiquetas internas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como varios o grupo B. La búsqueda y las rutas de navegación deben usar información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coherente. Si cambias una estructura publicada, revisa enlaces y accesos existentes para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evitar que una mejora de clasificación deje productos difíciles de encontrar.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Clasifica doce productos propuestos por ti y justifica dos niveles de categorías.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Define tres filtros con valores coherentes y explica por qué no son nuevas categorías.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una prueba de árbol con dos tareas y criterios observables de éxito.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responsables y reglas para mantener nombres, atributos y productos sin duplicados.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U1 ·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Clasifica para las tareas del público.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Separa jerarquías de filtros.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Valida y mantén el catálogo.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Rosenfeld, Morville y Arango (2015), Information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Architecture: For the Web and Beyond, 4.ª ed. O’Reilly.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División por departamentos y categorías</dc:title>
  <dc:subject>Estructura del negocio electrónico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