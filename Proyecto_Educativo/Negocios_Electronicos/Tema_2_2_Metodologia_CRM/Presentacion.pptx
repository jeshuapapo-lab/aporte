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metodología crm. El propósito es aplicar CRM como metodología de relación con clientes, conectando información, procesos y seguimiento responsable.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¿Cómo impedirías propuestas duplicadas y qué denominador usarías para la tasa de cierre del caso?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CRM significa gestión de relaciones con clientes. Es una forma de coordinar conocimiento, procesos y decisiones alrededor de esa relación; el software es un apoyo. Definir etapas, responsabilidades y criterios de atención es anterior a elegir una plataforma. Una base con muchos contactos no demuestra por sí sola que la organización comprenda necesidades o atienda bien.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relación puede pasar por captación, calificación, propuesta, compra y servicio posterior. Las etapas deben tener condiciones claras de entrada y salida. Registra solo datos necesarios y explica su finalidad, cuidando permisos y calidad. Distingue una persona interesada, una oportunidad comercial y una operación cerrada: mezclar esos estados distorsiona el seguimiento y las expectativas de ingresos.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recorrido comienza identificando una necesidad y registrando la información pertinente. Se acuerda una acción con un responsable, se da seguimiento y se recoge el resultado. Ese resultado permite ajustar la relación y el proceso. El ciclo pierde utilidad cuando se registran contactos sin propósito o tareas que nadie revisa.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ficticio: Minga Cacao recibe diez consultas empresariales. Cada vendedor usa su propio archivo y tres clientes reciben propuestas duplicadas. El equipo define estados comunes, asigna un responsable por oportunidad y registra la próxima acción. De ocho oportunidades calificadas, dos se cierran en el período observado. La tasa de cierre de ese grupo es 25 %, sin confundirla con todas las consultas recibidas.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oportunidad o caso necesita un responsable, una próxima acción y una fecha pertinente. La continuidad permite que otra persona entienda qué se ofreció y qué falta. Automatizar recordatorios puede evitar olvidos, pero enviar mensajes repetidos sin contexto deteriora la experiencia. Las reglas deben contemplar preferencias de contacto y mecanismos para corregir información o detener comunicaciones.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Selecciona indicadores de la etapa que deseas mejorar: tiempo de respuesta, proporción de oportunidades que avanza o resolución de solicitudes. Delimita período y población. Una tasa de cierre alta puede ocultar que solo se registran casos fáciles. Revisa también reclamos, calidad de información y cumplimiento de compromisos para evaluar la relación de manera equilibrada.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Diseña cinco estados de una relación con condiciones de avance. Después, calcula e interpreta dos tasas con los denominadores del caso. Justifica tus decisiones con los conceptos de esta explicación y comprueba tus respuestas en la actividad interactiva.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CRM organiza relaciones, no solo contactos. Cada caso requiere continuidad y responsable. Mide con estados y denominadores claros.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2.2, UPS 2026–2027. Referencia: Buttle y Maklan (2019), Customer Relationship Management: Concepts and Technologies, 4.ª ed. Routledge.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Metodología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Aplicar CRM como metodología de relación con clientes, conectando información,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procesos y seguimiento responsable.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Aplicar CRM como metodología de relación con clientes, conectando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información, procesos y seguimiento responsable.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¿Cómo impedirías propuestas duplicadas y qué denominador usarías para la tasa de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cierre del caso?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metodología de relación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CRM significa gestión de relaciones con clientes. Es una forma de coordinar conocimiento,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procesos y decisiones alrededor de esa relación; el software es un apoyo. Definir etapas,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responsabilidades y criterios de atención es anterior a elegir una plataforma. Una base con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muchos contactos no demuestra por sí sola que la organización comprenda necesidades 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atienda bien.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Ciclo y datos pertinentes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relación puede pasar por captación, calificación, propuesta, compra y servicio posterior.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Las etapas deben tener condiciones claras de entrada y salida. Registra solo datos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necesarios y explica su finalidad, cuidando permisos y calidad. Distingue una persona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interesada, una oportunidad comercial y una operación cerrada: mezclar esos estados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distorsiona el seguimiento y las expectativas de ingresos.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Conocer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Acordar 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Dar seguimiento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Aprender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El recorrido comienza identificando una necesidad y registrando la información pertinente. Se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acuerda una acción con un responsable, se da seguimiento y se recoge el resultado. Ese resultado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permite ajustar la relación y el proceso. El ciclo pierde utilidad cuando se registran contactos sin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propósito o tareas que nadie revisa.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Minga Cacao recibe diez consultas empresariales. Cada vendedor usa su propio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archivo y tres clientes reciben propuestas duplicadas. El equipo define estados comunes, asigna un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responsable por oportunidad y registra la próxima acción. De ocho oportunidades calificadas, dos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se cierran en el período observado. La tasa de cierre de ese grupo es 25 %, sin confundirla con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todas las consultas recibidas.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¿Cómo impedirías propuestas duplicadas y qué denominador usarías para la tasa de cierre del caso?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Coordinación del seguimiento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Cada oportunidad o caso necesita un responsable, una próxima acción y una fecha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pertinente. La continuidad permite que otra persona entienda qué se ofreció y qué falta.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Automatizar recordatorios puede evitar olvidos, pero enviar mensajes repetidos sin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contexto deteriora la experiencia. Las reglas deben contemplar preferencias de contacto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mecanismos para corregir información o detener comunicaciones.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Medir calidad y resultado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Selecciona indicadores de la etapa que deseas mejorar: tiempo de respuesta, proporción de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oportunidades que avanza o resolución de solicitudes. Delimita período y población.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tasa de cierre alta puede ocultar que solo se registran casos fáciles. Revisa también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reclamos, calidad de información y cumplimiento de compromisos para evaluar la relación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 manera equilibrada.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cinco estados de una relación con condiciones de avance.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Define los campos mínimos, el responsable y la próxima acción para una oportunidad.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Calcula e interpreta dos tasas con los denominadores del caso.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Propón controles sobre duplicados, preferencias de contacto y calidad de datos.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U2 ·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CRM organiza relaciones, no solo contactos.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Cada caso requiere continuidad y responsable.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Mide con estados y denominadores claros.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Buttle y Maklan (2019), Customer Relationship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Management: Concepts and Technologies, 4.ª ed. Routledge.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 CRM</dc:title>
  <dc:subject>Sistemas empresariales electrónicos integrales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