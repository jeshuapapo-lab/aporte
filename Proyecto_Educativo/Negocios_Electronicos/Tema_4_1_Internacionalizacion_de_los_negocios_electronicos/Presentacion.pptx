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internacionalización de los negocios electrónicos. El propósito es evaluar la entrada de un negocio electrónico a otro mercado considerando demanda, adaptación y operación transfronteriza.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muestra la diferencia de siete dólares y qué falta conocer antes de declarar rentable la expansión?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Internacionalizar un negocio electrónico consiste en atender mercados de otros países con una propuesta y una operación viables. Traducir el sitio es solo una parte. Investiga necesidades, alternativas existentes, hábitos de compra y barreras de acceso. La demanda observada en el mercado local no demuestra que la misma oferta, precio o comunicación funcionen en otro contexto.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Adapta lenguaje, moneda, formatos y explicaciones sin prometer condiciones que la operación no puede cumplir. Considera medios de pago disponibles y soporte en horarios pertinentes. La localización requiere comprobar comprensión y expectativas del público destino. Una traducción literal puede producir ambigüedades, y mostrar un precio convertido no resuelve por sí solo impuestos, comisiones o costos de entrega.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 destinos según demanda y restricciones. Adapta la oferta y comprueba que el público entiende condiciones y costo total. Prepara pagos, logística, requisitos y atención. Finalmente ejecuta un piloto con límites de volumen y criterios de continuidad; amplía solo si los resultados de margen y cumplimiento justifican la decisión.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hipotético: Minga Cacao considera vender una caja en otro país por cuarenta dólares. El costo del producto es dieciocho, la logística doce y las comisiones tres, antes de publicidad, impuestos u otros gastos. Quedan siete dólares para cubrir esas partidas y resultado. Antes de lanzar, debe comprobar si el destino admite el producto, qué condiciones aplican y cómo resolver devoluciones.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origen, destino, transporte, trazabilidad y tratamiento de devoluciones. Los requisitos aduaneros, tributarios, sanitarios o de etiquetado dependen del producto y los países involucrados. Consulta fuentes oficiales y asesoría competente antes de operar. Distingue el precio del producto del costo total que deberá asumir el comprador y aclara quién gestiona cada trámite y eventual incidencia.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Selecciona un mercado y una oferta limitados para un piloto. Evalúa costo de adquisición, margen después de logística y comisiones, cumplimiento de plazos y consultas. Considera cambios de tipo de cambio y reglas aplicables. Crecer en visitas internacionales no demuestra rentabilidad ni capacidad de servicio; la expansión necesita evidencia sobre la operación completa y no únicamente sobre el alcance publicitario.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Compara dos destinos ficticios con demanda, competencia y restricciones explícitas. Después, calcula la contribución del caso y enumera los costos excluidos. Justifica tus decisiones con los conceptos de esta explicación y comprueba tus respuestas en la actividad interactiva.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Elige mercados con evidencia. Localiza experiencia y operación. Prueba margen y cumplimiento antes de escalar.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1447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Internacionalización de los negocios</a:t>
            </a:r>
          </a:p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electrónicos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75082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Evaluar la entrada de un negocio electrónico a otro mercado considerando demanda,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adaptación y operación transfronteriza.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Evaluar la entrada de un negocio electrónico a otro mercado considerando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demanda, adaptación y operación transfronteriza.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muestra la diferencia de siete dólares y qué falta conocer antes de declarar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rentable la expansión?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Elegir un mercado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Internacionalizar un negocio electrónico consiste en atender mercados de otros países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propuesta y una operación viables. Traducir el sitio es solo una parte. Investiga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necesidades, alternativas existentes, hábitos de compra y barreras de acceso. La demanda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observada en el mercado local no demuestra que la misma oferta, precio o comunicación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funcionen en otro contexto.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Localización de la experiencia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Adapta lenguaje, moneda, formatos y explicaciones sin prometer condiciones que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operación no puede cumplir. Considera medios de pago disponibles y soporte en horarios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pertinentes. La localización requiere comprobar comprensión y expectativas del público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destino. Una traducción literal puede producir ambigüedades, y mostrar un precio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convertido no resuelve por sí solo impuestos, comisiones o costos de entrega.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Elegir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Adaptar oferta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Preparar operación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Probar escala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Compara destinos según demanda y restricciones. Adapta la oferta y comprueba que el público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entiende condiciones y costo total. Prepara pagos, logística, requisitos y atención. Finalmente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ejecuta un piloto con límites de volumen y criterios de continuidad; amplía solo si los resultados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margen y cumplimiento justifican la decisión.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hipotético: Minga Cacao considera vender una caja en otro país por cuarenta dólares. El costo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del producto es dieciocho, la logística doce y las comisiones tres, antes de publicidad, impuestos u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otros gastos. Quedan siete dólares para cubrir esas partidas y resultado. Antes de lanzar, debe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comprobar si el destino admite el producto, qué condiciones aplican y cómo resolver devoluciones.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muestra la diferencia de siete dólares y qué falta conocer antes de declarar rentable la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expansión?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Logística y requisitos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Define origen, destino, transporte, trazabilidad y tratamiento de devoluciones. Los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requisitos aduaneros, tributarios, sanitarios o de etiquetado dependen del producto y los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países involucrados. Consulta fuentes oficiales y asesoría competente antes de operar.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Distingue el precio del producto del costo total que deberá asumir el comprador y aclara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quién gestiona cada trámite y eventual incidencia.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Experimentar y controlar riesgo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Selecciona un mercado y una oferta limitados para un piloto. Evalúa costo de adquisición,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margen después de logística y comisiones, cumplimiento de plazos y consultas. Considera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cambios de tipo de cambio y reglas aplicables. Crecer en visitas internacionales 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demuestra rentabilidad ni capacidad de servicio; la expansión necesita evidencia sobre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operación completa y no únicamente sobre el alcance publicitario.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Compara dos destinos ficticios con demanda, competencia y restricciones explícitas.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adaptaciones de idioma, moneda, pago y atención con pruebas de comprensión.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la contribución del caso y enumera los costos excluidos.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 piloto con criterios de margen, entrega, devolución y decisión de continuidad.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Elige mercados con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Localiza experiencia y operación.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Prueba margen y cumplimiento antes de escalar.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OECD (2016), Consumer Protection in E-commerce. WTO: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https://www.wto.org/ . Revisar requisitos oficiales del producto y destino antes de operar.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Internacionalización de los negocios electrónicos</dc:title>
  <dc:subject>Sistemas para negocios globales y negocios móviles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