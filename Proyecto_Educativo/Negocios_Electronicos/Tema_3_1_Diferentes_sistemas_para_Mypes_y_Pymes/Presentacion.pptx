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diferentes sistemas para mypes y pymes. El propósito es comparar sistemas para Mypes y Pymes según necesidades, capacidades y costo total de operación.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requisito debe ser obligatorio y cómo demostrarías que una alternativa lo cumple?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empresa pequeña puede necesitar facturación, inventario, contabilidad, ventas o atención al cliente, pero no todas esas funciones requieren implantarse simultáneamente. Describe los procesos críticos, el volumen de operaciones y quién usará el sistema. Elegir por moda o por cantidad de módulos puede añadir complejidad sin resolver el problema que afecta al negocio.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punto de venta registra transacciones; un sistema contable organiza registros financieros; un CRM apoya relaciones; un ERP integra funciones empresariales. Una tienda electrónica presenta oferta y canaliza pedidos. Las categorías pueden solaparse entre proveedores. Compara capacidades concretas y relaciones entre datos, en vez de suponer que el nombre comercial garantiza todas las funciones necesarias.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 una necesidad y tradúcela a requisitos observables. Compara alternativas usando esos requisitos y un costo total consistente. Ejecuta una prueba con datos ficticios y tareas reales. Solo después despliega de forma gradual, con responsables, formación y recuperación prevista si la operación no cumple los criterios de aceptación.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una tienda de veinte empleados vende en local y por internet. El inventario se actualiza en dos archivos y aparecen pedidos sin existencias. Una opción ofrece muchos módulos, pero no sincroniza reservas; otra integra pedidos e inventario y permite exportar datos. La selección debe valorar esa capacidad crítica y su prueba, además del precio y el soporte disponibles.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servicio en la nube puede reducir tareas locales de infraestructura, pero mantiene necesidades de acceso, conectividad y gestión de datos. Una solución instalada localmente puede exigir soporte, respaldos y actualizaciones propios. Considera disponibilidad, exportación de datos, permisos y dependencia del proveedor. La decisión cambia si la operación debe continuar aun cuando falla la conexión.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requisitos obligatorios y deseables, prueba un recorrido representativo y calcula costo total: licencias, equipos, migración, integración, capacitación y soporte. Comienza con una función prioritaria y criterios de aceptación. Verifica que los usuarios puedan completar sus tareas y que los datos importados sean correctos antes de ampliar a módulos o sucursales adicionales.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Redacta cinco requisitos, separando obligatorios y deseables. Después, diseña una prueba de pedido, venta y cancelación con resultados esperados. Justifica tus decisiones con los conceptos de esta explicación y comprueba tus respuestas en la actividad interactiva.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Selecciona por requisitos críticos. Compara capacidades y costo total. Prueba y despliega gradualmente.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3.1, UPS 2026–2027. Referencia: Laudon y Laudon, Management Information Systems: Managing the Digital Firm. Conceptos generales de ERP, CRM y sistemas organizacionales.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Diferentes sistemas para Mypes y Pymes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Comparar sistemas para Mypes y Pymes según necesidades, capacidades y costo total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de operación.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Comparar sistemas para Mypes y Pymes según necesidades, capacidades y costo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total de operación.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requisito debe ser obligatorio y cómo demostrarías que una alternativa lo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cumple?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Necesidades antes de productos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empresa pequeña puede necesitar facturación, inventario, contabilidad, ventas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atención al cliente, pero no todas esas funciones requieren implantarse simultáneamente.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Describe los procesos críticos, el volumen de operaciones y quién usará el sistema. Elegir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por moda o por cantidad de módulos puede añadir complejidad sin resolver el problema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que afecta al negocio.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Tipos de sistemas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punto de venta registra transacciones; un sistema contable organiza registros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financieros; un CRM apoya relaciones; un ERP integra funciones empresariales. Una tienda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electrónica presenta oferta y canaliza pedidos. Las categorías pueden solaparse entre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proveedores. Compara capacidades concretas y relaciones entre datos, en vez de suponer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que el nombre comercial garantiza todas las funciones necesarias.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Priorizar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Probar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Desplegar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Prioriza una necesidad y tradúcela a requisitos observables. Compara alternativas usando esos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requisitos y un costo total consistente. Ejecuta una prueba con datos ficticios y tareas reales. Solo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después despliega de forma gradual, con responsables, formación y recuperación prevista si la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operación no cumple los criterios de aceptación.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una tienda de veinte empleados vende en local y por internet. El inventario se actualiza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en dos archivos y aparecen pedidos sin existencias. Una opción ofrece muchos módulos, pero no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sincroniza reservas; otra integra pedidos e inventario y permite exportar datos. La selección debe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valorar esa capacidad crítica y su prueba, además del precio y el soporte disponibles.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requisito debe ser obligatorio y cómo demostrarías que una alternativa lo cumple?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Nube y capacidad interna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servicio en la nube puede reducir tareas locales de infraestructura, pero mantiene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necesidades de acceso, conectividad y gestión de datos. Una solución instalada localmente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 exigir soporte, respaldos y actualizaciones propios. Considera disponibilidad,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exportación de datos, permisos y dependencia del proveedor. La decisión cambia si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 debe continuar aun cuando falla la conexión.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Selección e implantación gradual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requisitos obligatorios y deseables, prueba un recorrido representativo y calcula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costo total: licencias, equipos, migración, integración, capacitación y soporte. Comienza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función prioritaria y criterios de aceptación. Verifica que los usuarios puedan completar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sus tareas y que los datos importados sean correctos antes de ampliar a módulos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sucursales adicionales.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Redacta cinco requisitos, separando obligatorios y deseables.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Construye una matriz comparativa de dos alternativas ficticias con costo total anual.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una prueba de pedido, venta y cancelación con resultados esperados.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implantación gradual, capacitación, respaldo y criterios de aceptación.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Selecciona por requisitos críticos.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Compara capacidades y costo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Prueba y despliega gradualmente.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Laudon y Laudon, Management Information Systems: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Managing the Digital Firm. Conceptos generales de ERP, CRM y sistemas organizacionales.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Diferentes sistemas para Mypes y Pymes</dc:title>
  <dc:subject>Sistemas para Mypes y Pymes y valor financiero de los sistemas electrónicos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