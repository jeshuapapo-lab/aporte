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integraciones rentables de software y hardware. El propósito es diseñar una integración rentable de hardware y software con interoperabilidad, pruebas de datos y evaluación de costo total.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¿Cuál es el ahorro neto y qué pruebas impiden confundir una lectura exitosa con una transacción correcta?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Integrar hardware y software conecta eventos físicos y registros digitales. Un lector puede capturar un código, una aplicación validar el producto y un sistema actualizar existencias. La rentabilidad depende del problema resuelto, el volumen y el costo total. Comprar dispositivos sin revisar el proceso puede acelerar la captura de información equivocada en lugar de reducir errores.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qué datos produce cada dispositivo, qué formato usa y quién los interpreta. Un código debe corresponder a un identificador único y vigente en el catálogo. Las interfaces y controladores necesitan compatibilidad comprobada. Diferencia la lectura del código de la validación de la transacción: que un lector emita una señal no demuestra que el inventario haya cambiado correctamente.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dispositivo captura un evento, la aplicación valida su identidad y reglas, y el sistema registra la operación una sola vez. Después informa su estado y conserva trazabilidad. Prueba también qué ocurre cuando falla la comunicación justo después del registro: repetir una petición no debe duplicar la misma transacción.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hipotético: un negocio invierte mil doscientos dólares en lectores e integración. Estima un ahorro bruto de ciento ochenta dólares mensuales y sesenta de costo recurrente adicional. El ahorro neto esperado es ciento veinte y la recuperación simple, diez meses. Antes de aceptar esa estimación, prueba lectura duplicada, código desconocido y pérdida de conexión, y comprueba que el ahorro medido corresponda al volumen real.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integración debe manejar lecturas repetidas, códigos desconocidos, conexión interrumpida y reintentos. Decide cuándo una operación se considera confirmada y cómo se evita contabilizar dos veces el mismo evento. Incluye permisos, respaldo y trazabilidad. Una operación sin conexión requiere reglas de sincronización y resolución de conflictos, no solamente almacenar datos hasta que vuelva internet.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 adquisición, instalación, licencias, capacitación, soporte y reposición. Compara ahorro neto esperado con inversión y analiza sensibilidad al volumen. Un piloto debe probar tareas normales y fallos representativos, midiendo tiempo y errores antes y después. La recuperación simple de la inversión orienta, pero no refleja por sí sola el valor temporal ni todos los riesgos del proyecto.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Dibuja los componentes y los datos entre lector, aplicación y sistema de inventario. Después, diseña tres pruebas: duplicado, código desconocido y pérdida de conexión. Justifica tus decisiones con los conceptos de esta explicación y comprueba tus respuestas en la actividad interactiva.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Integra eventos y registros con reglas claras. Prueba errores y reintentos. Calcula rentabilidad con costo total.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3.3, UPS 2026–2027. Referencia: Laudon y Laudon, Management Information Systems. Brealey, Myers y Allen, Principles of Corporate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1447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Integraciones rentables de software y</a:t>
            </a:r>
          </a:p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75082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Diseñar una integración rentable de hardware y software con interoperabilidad,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pruebas de datos y evaluación de costo total.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Diseñar una integración rentable de hardware y software con interoperabilidad,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pruebas de datos y evaluación de costo total.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¿Cuál es el ahorro neto y qué pruebas impiden confundir una lectura exitosa con una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transacción correcta?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Integración con propósito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Integrar hardware y software conecta eventos físicos y registros digitales. Un lector puede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capturar un código, una aplicación validar el producto y un sistema actualizar existencias.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rentabilidad depende del problema resuelto, el volumen y el costo total. Comprar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dispositivos sin revisar el proceso puede acelerar la captura de información equivocada 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lugar de reducir errores.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Interfaces e identificadores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Define qué datos produce cada dispositivo, qué formato usa y quién los interpreta.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código debe corresponder a un identificador único y vigente en el catálogo. Las interfaces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controladores necesitan compatibilidad comprobada. Diferencia la lectura del código de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validación de la transacción: que un lector emita una señal no demuestra que el inventario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haya cambiado correctamente.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Capturar evento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Validar identidad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Registrar una vez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Confirmar resultado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El dispositivo captura un evento, la aplicación valida su identidad y reglas, y el sistema registra la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operación una sola vez. Después informa su estado y conserva trazabilidad. Prueba también qué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ocurre cuando falla la comunicación justo después del registro: repetir una petición no debe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duplicar la misma transacción.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hipotético: un negocio invierte mil doscientos dólares en lectores e integración. Estima un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ahorro bruto de ciento ochenta dólares mensuales y sesenta de costo recurrente adicional. El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ahorro neto esperado es ciento veinte y la recuperación simple, diez meses. Antes de aceptar esa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estimación, prueba lectura duplicada, código desconocido y pérdida de conexión, y comprueba que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el ahorro medido corresponda al volumen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¿Cuál es el ahorro neto y qué pruebas impiden confundir una lectura exitosa con una transacción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correcta?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Errores y continuidad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integración debe manejar lecturas repetidas, códigos desconocidos, conexión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interrumpida y reintentos. Decide cuándo una operación se considera confirmada y cómo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se evita contabilizar dos veces el mismo evento. Incluye permisos, respaldo y trazabilidad.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operación sin conexión requiere reglas de sincronización y resolución de conflictos, no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solamente almacenar datos hasta que vuelva internet.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Economía y prueba piloto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Calcula adquisición, instalación, licencias, capacitación, soporte y reposición. Compara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ahorro neto esperado con inversión y analiza sensibilidad al volumen. Un piloto debe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probar tareas normales y fallos representativos, midiendo tiempo y errores antes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después. La recuperación simple de la inversión orienta, pero no refleja por sí sola el valor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temporal ni todos los riesgos del proyecto.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Dibuja los componentes y los datos entre lector, aplicación y sistema de inventario.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ahorro neto y recuperación simple, declarando exclusiones.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tres pruebas: duplicado, código desconocido y pérdida de conexión.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Evalúa compatibilidad, mantenimiento, reposición y un escenario de menor volumen.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U3 ·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Integra eventos y registros con reglas claras.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Prueba errores y reintentos.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Calcula rentabilidad con costo total.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Laudon y Laudon, Management Information Systems.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Brealey, Myers y Allen, Principles of Corporate Finance.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Integraciones rentables de software y hardware</dc:title>
  <dc:subject>Sistemas para Mypes y Pymes y valor financiero de los sistemas electrónicos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