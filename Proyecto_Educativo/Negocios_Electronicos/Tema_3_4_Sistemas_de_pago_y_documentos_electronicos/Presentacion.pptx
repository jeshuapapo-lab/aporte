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sistemas de pago y documentos electrónicos. El propósito es distinguir el ciclo de pagos electrónicos y documentos electrónicos, incorporando conciliación, seguridad y requisitos aplicables.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evidencia usarías para confirmar cada pago y cómo registrarías los dos dólares de diferencia?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pago electrónico involucra al comprador, al comercio y a proveedores que autorizan o procesan la operación. Distingue iniciado, autorizado, capturado, liquidado, rechazado y devuelto según el medio utilizado. No todos los sistemas usan exactamente los mismos estados. Mostrar una pantalla de éxito no demuestra por sí solo que el comercio haya recibido y conciliado los fondos.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 pedido, operación de pago y movimiento liquidado mediante identificadores consistentes. La conciliación compara registros y explica diferencias por comisiones, plazos, devoluciones o disputas. Los avisos del proveedor deben validarse según su mecanismo de autenticidad y manejar reintentos. Un mensaje duplicado no debería cobrar ni confirmar dos veces el mismo pedido.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pedido inicia una operación de pago cuyo estado debe comprobarse mediante un mecanismo confiable. Después se emite y entrega el documento que corresponda al hecho real y al marco aplicable. La conciliación verifica el movimiento liquidado y sus diferencias. Las devoluciones y rechazos necesitan recorridos propios, con trazabilidad y comunicación al cliente.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un pedido de cincuenta dólares aparece pagado porque el navegador mostró éxito, pero la operación fue rechazada. Otro proveedor liquida cuarenta y ocho tras una comisión de dos. El comercio debe comprobar estados, evitar despachar el pedido rechazado y explicar la diferencia de la liquidación válida. Además, la confirmación de compra debe distinguirse de la factura que cumpla los requisitos aplicables.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confirmación de pedido, un comprobante de pago y una factura electrónica cumplen funciones diferentes. En Ecuador, la emisión de comprobantes electrónicos debe seguir las reglas vigentes del SRI y el esquema aplicable. Antes de implantar, consulta documentación oficial sobre emisión, firma, autorización, entrega y conservación. Un archivo PDF con un logotipo no garantiza validez tributaria ni sustituye esos requisitos.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la exposición de información de pago usando proveedores y mecanismos adecuados, como páginas alojadas o tokenización cuando corresponda. No almacenes datos sensibles por comodidad. Aplica control de acceso, registros de operación y respuesta a incidentes. Las obligaciones de seguridad y cumplimiento dependen del papel del negocio y del medio de pago; contratar un proveedor no elimina toda responsabilidad propia.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Representa los estados de un pago con rechazo, reintento y devolución. Después, explica las diferencias entre confirmación, comprobante y factura electrónica. Justifica tus decisiones con los conceptos de esta explicación y comprueba tus respuestas en la actividad interactiva.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Distingue estados, documentos y liquidación. Concilia montos e identificadores. Consulta requisitos y minimiza exposición.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3.4, UPS 2026–2027. Referencia: SRI, Facturación electrónica: https://www.sri.gob.ec/facturacion-electronica . PCI Security Standards Council: https://www.pcisecuritystandards.org/ . Requisitos específicos sujetos a la versión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1447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Sistemas de pago y documentos</a:t>
            </a:r>
          </a:p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electrónicos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75082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Distinguir el ciclo de pagos electrónicos y documentos electrónicos, incorporando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conciliación, seguridad y requisitos aplicables.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Distinguir el ciclo de pagos electrónicos y documentos electrónicos,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incorporando conciliación, seguridad y requisitos aplicables.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evidencia usarías para confirmar cada pago y cómo registrarías los dos dólares de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diferencia?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Estados del pago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pago electrónico involucra al comprador, al comercio y a proveedores que autorizan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procesan la operación. Distingue iniciado, autorizado, capturado, liquidado, rechazado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devuelto según el medio utilizado. No todos los sistemas usan exactamente los mismos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estados. Mostrar una pantalla de éxito no demuestra por sí solo que el comercio haya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recibido y conciliado los fondos.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Conciliación y evidencia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Relaciona pedido, operación de pago y movimiento liquidado mediante identificadores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consistentes. La conciliación compara registros y explica diferencias por comisiones, plazos,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devoluciones o disputas. Los avisos del proveedor deben validarse según su mecanismo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autenticidad y manejar reintentos. Un mensaje duplicado no debería cobrar ni confirmar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dos veces el mismo pedido.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Iniciar pago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Confirmar estado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Emitir documento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Conciliar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El pedido inicia una operación de pago cuyo estado debe comprobarse mediante un mecanismo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confiable. Después se emite y entrega el documento que corresponda al hecho real y al marco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aplicable. La conciliación verifica el movimiento liquidado y sus diferencias. Las devoluciones y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rechazos necesitan recorridos propios, con trazabilidad y comunicación al cliente.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un pedido de cincuenta dólares aparece pagado porque el navegador mostró éxito,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pero la operación fue rechazada. Otro proveedor liquida cuarenta y ocho tras una comisión de dos.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El comercio debe comprobar estados, evitar despachar el pedido rechazado y explicar la diferencia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de la liquidación válida. Además, la confirmación de compra debe distinguirse de la factura que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cumpla los requisitos aplicables.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evidencia usarías para confirmar cada pago y cómo registrarías los dos dólares de diferencia?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Documentos electrónicos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confirmación de pedido, un comprobante de pago y una factura electrónica cumplen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funciones diferentes. En Ecuador, la emisión de comprobantes electrónicos debe seguir las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reglas vigentes del SRI y el esquema aplicable. Antes de implantar, consulta documentación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oficial sobre emisión, firma, autorización, entrega y conservación. Un archivo PDF con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logotipo no garantiza validez tributaria ni sustituye esos requisitos.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Seguridad y minimización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Reduce la exposición de información de pago usando proveedores y mecanismos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adecuados, como páginas alojadas o tokenización cuando corresponda. No almacenes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datos sensibles por comodidad. Aplica control de acceso, registros de operación y respuesta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 incidentes. Las obligaciones de seguridad y cumplimiento dependen del papel del negocio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y del medio de pago; contratar un proveedor no elimina toda responsabilidad propia.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Representa los estados de un pago con rechazo, reintento y devolución.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 registro que conecte pedido, pago, liquidación y diferencias.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Explica las diferencias entre confirmación, comprobante y factura electrónica.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controles de autenticidad, minimización y acceso; consulta las reglas oficiales vigentes.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U3 ·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Distingue estados, documentos y liquidación.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Concilia montos e identificadores.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Consulta requisitos y minimiza exposición.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838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SRI, Facturación electrónica: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https://www.sri.gob.ec/facturacion-electronica . PCI Security Standards Council: https://www.pcisecuritystandards.org/ . Requisitos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específicos sujetos a la versión vigente.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pago y documentos electrónicos</dc:title>
  <dc:subject>Sistemas para Mypes y Pymes y valor financiero de los sistemas electrónicos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