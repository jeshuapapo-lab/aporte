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Electrónicos. Unidad 2: Sistemas empresariales electrónicos integrales. Se conservan íntegros los contenidos de las secciones del sílabo.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Electrónicos. Unidad 2: Sistemas empresariales electrónicos integrales. Se conservan íntegros los contenidos de las secciones del sílabo.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Hoy estudiaremos tecnología en la gestión de cadena de valor. El propósito es relacionar tecnologías con actividades de la cadena de valor y evaluar su efecto operativo sin confundir digitalización con creación automática de valor.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Antes de proponer una solución, considera esta pregunta: ¿Qué actividad cambia y qué indicador permite comprobar el beneficio de conectar pedidos e inventario?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La cadena de valor permite analizar cómo las actividades de una organización contribuyen a una oferta apreciada por el cliente. Incluye actividades primarias y de apoyo, relacionadas entre sí. Digitalizar una actividad no crea valor automáticamente: importa si reduce fallos, mejora una capacidad relevante o facilita un servicio por el que alguien está dispuesto a elegir la oferta.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Un sistema de inventario informa existencias; uno de pedidos registra compromisos; la relación con proveedores y el servicio posterior completan el recorrido. La integración evita volver a escribir información, pero exige identificadores comunes y reglas de actualización. Una pantalla compartida con datos desactualizados puede coordinar peor que un procedimiento sencillo y bien controlado.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Ubica primero la actividad en la cadena y explica a quién beneficia. Detecta un problema con datos verificables. Propón una tecnología e identifica de dónde llegan sus datos y quién los mantiene. Finalmente mide el resultado de la actividad y su efecto en las etapas siguientes, para evitar desplazar el problema a otro equipo.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Caso ficticio: Minga Cacao recibe pedidos por correo y actualiza inventario al final del día. Seis de cada cien pedidos prometen productos ya agotados. Se propone conectar pedidos e inventario para reservar existencias al confirmar. El proyecto debe considerar devoluciones, cancelaciones y recuperación tras una caída. Reducir compromisos incumplidos aporta valor solo si el registro sigue reflejando existencias reales.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Parte de un problema medible y registra una línea base. Relaciona cada tecnología propuesta con la actividad que cambia, el responsable y el resultado esperado. Considera costos de integración, aprendizaje y mantenimiento. Una mejora local debe revisarse en el conjunto: acelerar la recepción de pedidos puede aumentar atrasos si producción y despacho no tienen capacidad suficiente.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Las dependencias tecnológicas también introducen riesgos de interrupción, acceso indebido y datos inconsistentes. Define respaldo, continuidad y controles proporcionales. Evalúa resultados con indicadores de tiempo, errores y cumplimiento de la promesa al cliente. Si un indicador mejora mientras aumentan reclamos o trabajo oculto, investiga el efecto global antes de declarar que la cadena ganó valor.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Para aplicar lo aprendido, desarrolla la tarea editable. Representa cuatro actividades de la cadena y sus relaciones en el caso. Después, calcula la tasa inicial de pedidos con promesa incumplida y define su seguimiento. Justifica tus decisiones con los conceptos de esta explicación y comprueba tus respuestas en la actividad interactiva.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2.1: Tecnología en la gestión de cadena de valor</a:t>
            </a:r>
          </a:p>
          <a:p/>
          <a:p>
            <a:r>
              <a:t>Conserva estas ideas. Relaciona tecnología con actividad y propósito. Cuida la coordinación y la calidad del dato. Evalúa valor, costos y efectos globales.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2.1, UPS 2026–2027. Referencia: Porter (1985), Competitive Advantage. Free Press. Laudon y Laudon, Management Information Systems: Managing the Digital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Hoy estudiaremos metodología crm. El propósito es aplicar CRM como metodología de relación con clientes, conectando información, procesos y seguimiento responsable.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Antes de proponer una solución, considera esta pregunta: ¿Cómo impedirías propuestas duplicadas y qué denominador usarías para la tasa de cierre del caso?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CRM significa gestión de relaciones con clientes. Es una forma de coordinar conocimiento, procesos y decisiones alrededor de esa relación; el software es un apoyo. Definir etapas, responsabilidades y criterios de atención es anterior a elegir una plataforma. Una base con muchos contactos no demuestra por sí sola que la organización comprenda necesidades o atienda bien.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La relación puede pasar por captación, calificación, propuesta, compra y servicio posterior. Las etapas deben tener condiciones claras de entrada y salida. Registra solo datos necesarios y explica su finalidad, cuidando permisos y calidad. Distingue una persona interesada, una oportunidad comercial y una operación cerrada: mezclar esos estados distorsiona el seguimiento y las expectativas de ingresos.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El recorrido comienza identificando una necesidad y registrando la información pertinente. Se acuerda una acción con un responsable, se da seguimiento y se recoge el resultado. Ese resultado permite ajustar la relación y el proceso. El ciclo pierde utilidad cuando se registran contactos sin propósito o tareas que nadie revisa.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Caso ficticio: Minga Cacao recibe diez consultas empresariales. Cada vendedor usa su propio archivo y tres clientes reciben propuestas duplicadas. El equipo define estados comunes, asigna un responsable por oportunidad y registra la próxima acción. De ocho oportunidades calificadas, dos se cierran en el período observado. La tasa de cierre de ese grupo es 25 %, sin confundirla con todas las consultas recibidas.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Cada oportunidad o caso necesita un responsable, una próxima acción y una fecha pertinente. La continuidad permite que otra persona entienda qué se ofreció y qué falta. Automatizar recordatorios puede evitar olvidos, pero enviar mensajes repetidos sin contexto deteriora la experiencia. Las reglas deben contemplar preferencias de contacto y mecanismos para corregir información o detener comunicaciones.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Selecciona indicadores de la etapa que deseas mejorar: tiempo de respuesta, proporción de oportunidades que avanza o resolución de solicitudes. Delimita período y población. Una tasa de cierre alta puede ocultar que solo se registran casos fáciles. Revisa también reclamos, calidad de información y cumplimiento de compromisos para evaluar la relación de manera equilibrada.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Para aplicar lo aprendido, desarrolla la tarea editable. Diseña cinco estados de una relación con condiciones de avance. Después, calcula e interpreta dos tasas con los denominadores del caso. Justifica tus decisiones con los conceptos de esta explicación y comprueba tus respuestas en la actividad interactiva.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2: Sistemas empresariales electrónicos integrales</a:t>
            </a:r>
          </a:p>
          <a:p>
            <a:r>
              <a:t>Sección 2.2: Metodología CRM</a:t>
            </a:r>
          </a:p>
          <a:p/>
          <a:p>
            <a:r>
              <a:t>Conserva estas ideas. CRM organiza relaciones, no solo contactos. Cada caso requiere continuidad y responsable. Mide con estados y denominadores claros.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082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E7AE53"/>
                </a:solidFill>
                <a:latin typeface="Noto Sans"/>
              </a:defRPr>
            </a:pPr>
            <a:r>
              <a:t>NEGOCIOS ELECTRÓNICOS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71600"/>
            <a:ext cx="108966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D6E4E8"/>
                </a:solidFill>
                <a:latin typeface="Noto Sans"/>
              </a:defRPr>
            </a:pPr>
            <a:r>
              <a:t>Unidad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9300"/>
            <a:ext cx="10820400" cy="7162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Noto Sans"/>
              </a:defRPr>
            </a:pPr>
            <a:r>
              <a:t>Sistemas empresariales electrónicos integrales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4953000"/>
            <a:ext cx="106680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Secciones 2.1 · 2.2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082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E7AE53"/>
                </a:solidFill>
                <a:latin typeface="Noto Sans"/>
              </a:defRPr>
            </a:pPr>
            <a:r>
              <a:t>NEGOCIOS ELECTRÓNICOS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57300"/>
            <a:ext cx="10820400" cy="579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719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"/>
              </a:defRPr>
            </a:pPr>
            <a:r>
              <a:t>Secciones y contenidos de la 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62200"/>
            <a:ext cx="107442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FFFFFF"/>
                </a:solidFill>
                <a:latin typeface="Noto Sans"/>
              </a:defRPr>
            </a:pPr>
            <a:r>
              <a:t>2.1 · Tecnología en la gestión de cadena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4700"/>
            <a:ext cx="107442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FFFFFF"/>
                </a:solidFill>
                <a:latin typeface="Noto Sans"/>
              </a:defRPr>
            </a:pPr>
            <a:r>
              <a:t>2.2 · Metodología CRM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Tecnología en la gestión de cadena de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Relacionar tecnologías con actividades de la cadena de valor y evaluar su efecto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operativo sin confundir digitalización con creación automática de valor.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Relacionar tecnologías con actividades de la cadena de valor y evaluar su efecto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operativo sin confundir digitalización con creación automática de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actividad cambia y qué indicador permite comprobar el beneficio de conectar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pedidos e inventario?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Cadena de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cadena de valor permite analizar cómo las actividades de una organización contribuyen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 una oferta apreciada por el cliente. Incluye actividades primarias y de apoyo, relacionadas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entre sí. Digitalizar una actividad no crea valor automáticamente: importa si reduce fallos,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mejora una capacidad relevante o facilita un servicio por el que alguien está dispuesto 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elegir la oferta.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Tecnología y coordinación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sistema de inventario informa existencias; uno de pedidos registra compromisos;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relación con proveedores y el servicio posterior completan el recorrido. La integración evita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volver a escribir información, pero exige identificadores comunes y reglas de actualización.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pantalla compartida con datos desactualizados puede coordinar peor que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procedimiento sencillo y bien controlado.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Ubicar actividad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Detectar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Integrar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Medir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Ubica primero la actividad en la cadena y explica a quién beneficia. Detecta un problema con datos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verificables. Propón una tecnología e identifica de dónde llegan sus datos y quién los mantiene.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Finalmente mide el resultado de la actividad y su efecto en las etapas siguientes, para evitar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desplazar el problema a otro equipo.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Minga Cacao recibe pedidos por correo y actualiza inventario al final del día. Seis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cada cien pedidos prometen productos ya agotados. Se propone conectar pedidos e inventario para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reservar existencias al confirmar. El proyecto debe considerar devoluciones, cancelaciones y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recuperación tras una caída. Reducir compromisos incumplidos aporta valor solo si el registro sigue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reflejando existencias reales.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actividad cambia y qué indicador permite comprobar el beneficio de conectar pedidos e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inventario?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Evaluar una intervención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Parte de un problema medible y registra una línea base. Relaciona cada tecnología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propuesta con la actividad que cambia, el responsable y el resultado esperado. Considera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costos de integración, aprendizaje y mantenimiento. Una mejora local debe revisarse en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conjunto: acelerar la recepción de pedidos puede aumentar atrasos si producción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despacho no tienen capacidad 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Riesgos y aprendizaje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Las dependencias tecnológicas también introducen riesgos de interrupción, acceso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indebido y datos inconsistentes. Define respaldo, continuidad y controles proporcionales.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Evalúa resultados con indicadores de tiempo, errores y cumplimiento de la promesa al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cliente. Si un indicador mejora mientras aumentan reclamos o trabajo oculto, investiga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efecto global antes de declarar que la cadena ganó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Representa cuatro actividades de la cadena y sus relaciones en el caso.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Asocia dos tecnologías con problemas y responsables específicos.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tasa inicial de pedidos con promesa incumplida y define su seguimiento.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Evalúa dos efectos en etapas posteriores y un plan de continuidad ante una caída.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1 · Tecnología en la gestión de cadena de valor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Relaciona tecnología con actividad y propósito.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Cuida la coordinación y la calidad del dato.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Evalúa valor, costos y efectos globales.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Porter (1985), Competitive Advantage. Free Press. Laudon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y Laudon, Management Information Systems: Managing the Digital Firm.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Metodología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Aplicar CRM como metodología de relación con clientes, conectando información,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procesos y seguimiento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Aplicar CRM como metodología de relación con clientes, conectando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información, procesos y seguimiento responsable.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¿Cómo impedirías propuestas duplicadas y qué denominador usarías para la tasa de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cierre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metodología de relación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CRM significa gestión de relaciones con clientes. Es una forma de coordinar conocimiento,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procesos y decisiones alrededor de esa relación; el software es un apoyo. Definir etapas,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responsabilidades y criterios de atención es anterior a elegir una plataforma. Una base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muchos contactos no demuestra por sí sola que la organización comprenda necesidades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atienda bien.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Ciclo y datos pertinentes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relación puede pasar por captación, calificación, propuesta, compra y servicio posterior.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Las etapas deben tener condiciones claras de entrada y salida. Registra solo datos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necesarios y explica su finalidad, cuidando permisos y calidad. Distingue una persona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interesada, una oportunidad comercial y una operación cerrada: mezclar esos estados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distorsiona el seguimiento y las expectativas de ingresos.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Conocer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Acordar 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Dar seguimiento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Aprender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recorrido comienza identificando una necesidad y registrando la información pertinente. Se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acuerda una acción con un responsable, se da seguimiento y se recoge el resultado. Ese resultado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permite ajustar la relación y el proceso. El ciclo pierde utilidad cuando se registran contactos sin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propósito o tareas que nadie revisa.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Minga Cacao recibe diez consultas empresariales. Cada vendedor usa su propio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archivo y tres clientes reciben propuestas duplicadas. El equipo define estados comunes, asigna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responsable por oportunidad y registra la próxima acción. De ocho oportunidades calificadas, dos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se cierran en el período observado. La tasa de cierre de ese grupo es 25 %, sin confundirla con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todas las consultas recibidas.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¿Cómo impedirías propuestas duplicadas y qué denominador usarías para la tasa de cierre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Coordinación del seguimiento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Cada oportunidad o caso necesita un responsable, una próxima acción y una fecha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pertinente. La continuidad permite que otra persona entienda qué se ofreció y qué falta.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Automatizar recordatorios puede evitar olvidos, pero enviar mensajes repetidos sin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contexto deteriora la experiencia. Las reglas deben contemplar preferencias de contacto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mecanismos para corregir información o detener comunicaciones.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Medir calidad y resultado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Selecciona indicadores de la etapa que deseas mejorar: tiempo de respuesta, proporción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oportunidades que avanza o resolución de solicitudes. Delimita período y población.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tasa de cierre alta puede ocultar que solo se registran casos fáciles. Revisa también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reclamos, calidad de información y cumplimiento de compromisos para evaluar la relación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 manera equilibrada.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cinco estados de una relación con condiciones de avance.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los campos mínimos, el responsable y la próxima acción para una oportunidad.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e interpreta dos tasas con los denominadores del caso.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controles sobre duplicados, preferencias de contacto y calidad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2 · Sección 2.2 · Metodología CRM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CRM organiza relaciones, no solo contactos.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Cada caso requiere continuidad y responsable.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Mide con estados y denominadores claros.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Buttle y Maklan (2019), Customer Relationship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Management: Concepts and Technologies, 4.ª ed. Routledge.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2. Sistemas empresariales electrónicos integrales</dc:title>
  <dc:subject>Negocios Electrónicos · 2.1 Tecnología en la gestión de cadena de valor · 2.2 Metodología CRM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