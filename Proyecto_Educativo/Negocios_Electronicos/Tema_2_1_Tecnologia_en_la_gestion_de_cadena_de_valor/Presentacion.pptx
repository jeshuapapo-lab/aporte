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tecnología en la gestión de cadena de valor. El propósito es relacionar tecnologías con actividades de la cadena de valor y evaluar su efecto operativo sin confundir digitalización con creación automática de valor.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actividad cambia y qué indicador permite comprobar el beneficio de conectar pedidos e inventario?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cadena de valor permite analizar cómo las actividades de una organización contribuyen a una oferta apreciada por el cliente. Incluye actividades primarias y de apoyo, relacionadas entre sí. Digitalizar una actividad no crea valor automáticamente: importa si reduce fallos, mejora una capacidad relevante o facilita un servicio por el que alguien está dispuesto a elegir la oferta.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sistema de inventario informa existencias; uno de pedidos registra compromisos; la relación con proveedores y el servicio posterior completan el recorrido. La integración evita volver a escribir información, pero exige identificadores comunes y reglas de actualización. Una pantalla compartida con datos desactualizados puede coordinar peor que un procedimiento sencillo y bien controlado.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Ubica primero la actividad en la cadena y explica a quién beneficia. Detecta un problema con datos verificables. Propón una tecnología e identifica de dónde llegan sus datos y quién los mantiene. Finalmente mide el resultado de la actividad y su efecto en las etapas siguientes, para evitar desplazar el problema a otro equipo.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Minga Cacao recibe pedidos por correo y actualiza inventario al final del día. Seis de cada cien pedidos prometen productos ya agotados. Se propone conectar pedidos e inventario para reservar existencias al confirmar. El proyecto debe considerar devoluciones, cancelaciones y recuperación tras una caída. Reducir compromisos incumplidos aporta valor solo si el registro sigue reflejando existencias reales.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de un problema medible y registra una línea base. Relaciona cada tecnología propuesta con la actividad que cambia, el responsable y el resultado esperado. Considera costos de integración, aprendizaje y mantenimiento. Una mejora local debe revisarse en el conjunto: acelerar la recepción de pedidos puede aumentar atrasos si producción y despacho no tienen capacidad suficiente.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dependencias tecnológicas también introducen riesgos de interrupción, acceso indebido y datos inconsistentes. Define respaldo, continuidad y controles proporcionales. Evalúa resultados con indicadores de tiempo, errores y cumplimiento de la promesa al cliente. Si un indicador mejora mientras aumentan reclamos o trabajo oculto, investiga el efecto global antes de declarar que la cadena ganó valor.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Representa cuatro actividades de la cadena y sus relaciones en el caso. Después, calcula la tasa inicial de pedidos con promesa incumplida y define su seguimiento. Justifica tus decisiones con los conceptos de esta explicación y comprueba tus respuestas en la actividad interactiva.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Relaciona tecnología con actividad y propósito. Cuida la coordinación y la calidad del dato. Evalúa valor, costos y efectos globales.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Tecnología en la gestión de cadena de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Relacionar tecnologías con actividades de la cadena de valor y evaluar su efecto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operativo sin confundir digitalización con creación automática de valor.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Relacionar tecnologías con actividades de la cadena de valor y evaluar su efecto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operativo sin confundir digitalización con creación automática de valor.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actividad cambia y qué indicador permite comprobar el beneficio de conectar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pedidos e inventario?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Cadena de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cadena de valor permite analizar cómo las actividades de una organización contribuyen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 una oferta apreciada por el cliente. Incluye actividades primarias y de apoyo, relacionadas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entre sí. Digitalizar una actividad no crea valor automáticamente: importa si reduce fallos,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mejora una capacidad relevante o facilita un servicio por el que alguien está dispuesto 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elegir la oferta.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Tecnología y coordinación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sistema de inventario informa existencias; uno de pedidos registra compromisos;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relación con proveedores y el servicio posterior completan el recorrido. La integración evita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volver a escribir información, pero exige identificadores comunes y reglas de actualización.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pantalla compartida con datos desactualizados puede coordinar peor que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procedimiento sencillo y bien controlado.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Ubicar actividad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Detectar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Integrar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Medir valor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Ubica primero la actividad en la cadena y explica a quién beneficia. Detecta un problema con datos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verificables. Propón una tecnología e identifica de dónde llegan sus datos y quién los mantiene.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Finalmente mide el resultado de la actividad y su efecto en las etapas siguientes, para evitar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desplazar el problema a otro equipo.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Minga Cacao recibe pedidos por correo y actualiza inventario al final del día. Seis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cada cien pedidos prometen productos ya agotados. Se propone conectar pedidos e inventario para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reservar existencias al confirmar. El proyecto debe considerar devoluciones, cancelaciones y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recuperación tras una caída. Reducir compromisos incumplidos aporta valor solo si el registro sigue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reflejando existencias reales.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actividad cambia y qué indicador permite comprobar el beneficio de conectar pedidos e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inventario?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Evaluar una intervención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Parte de un problema medible y registra una línea base. Relaciona cada tecnología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propuesta con la actividad que cambia, el responsable y el resultado esperado. Considera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costos de integración, aprendizaje y mantenimiento. Una mejora local debe revisarse en 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conjunto: acelerar la recepción de pedidos puede aumentar atrasos si producción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despacho no tienen capacidad suficiente.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Riesgos y aprendizaje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Las dependencias tecnológicas también introducen riesgos de interrupción, acceso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indebido y datos inconsistentes. Define respaldo, continuidad y controles proporcionales.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Evalúa resultados con indicadores de tiempo, errores y cumplimiento de la promesa al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cliente. Si un indicador mejora mientras aumentan reclamos o trabajo oculto, investiga 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efecto global antes de declarar que la cadena ganó valor.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Representa cuatro actividades de la cadena y sus relaciones en el caso.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Asocia dos tecnologías con problemas y responsables específicos.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la tasa inicial de pedidos con promesa incumplida y define su seguimiento.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Evalúa dos efectos en etapas posteriores y un plan de continuidad ante una caída.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Relaciona tecnología con actividad y propósito.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Cuida la coordinación y la calidad del dato.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Evalúa valor, costos y efectos globales.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Porter (1985), Competitive Advantage. Free Press. Laudon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y Laudon, Management Information Systems: Managing the Digital Firm.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Tecnología en la gestión de cadena de valor</dc:title>
  <dc:subject>Sistemas empresariales electrónicos integrales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