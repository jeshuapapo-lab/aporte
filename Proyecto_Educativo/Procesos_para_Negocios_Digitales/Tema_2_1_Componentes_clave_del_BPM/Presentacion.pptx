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componentes clave del bpm. El propósito es relacionar modelado, ejecución, monitoreo y optimización como componentes coordinados de una estructura de BPM. Este contenido forma parte de procesos para negocios digitales. Trabajaremos con conceptos y un caso ficticio para tomar decisiones justificadas.</a:t>
            </a:r>
          </a:p>
          <a:p/>
          <a:p>
            <a:r>
              <a:t>Fuente curricular: Procesos para Negocios Digitales, 2.1, UPS 2026–2027. Referencia: Weske (2012), Business Process Management: Concepts, Languages, Architectures.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componente aporta cada evidencia y qué problema impide confiar plenamente en el tablero? Al terminar deberás explicar tu decisión, indicar cómo la comprobarías y reconocer los límites de la evidencia utilizada.</a:t>
            </a:r>
          </a:p>
          <a:p/>
          <a:p>
            <a:r>
              <a:t>Fuente curricular: Procesos para Negocios Digitales, 2.1, UPS 2026–2027. Referencia: Weske (2012), Business Process Management: Concepts, Languages, Architectures.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modelado hace explícitos actividades, reglas, roles y resultados del proceso con el detalle adecuado al propósito. Puede incluir diagramas, definiciones y documentos asociados. Una representación compartida facilita conversación y análisis, pero necesita versión y responsable. Si el modelo no refleja la operación real, las decisiones posteriores pueden apoyarse en una visión que ya no existe.</a:t>
            </a:r>
          </a:p>
          <a:p/>
          <a:p>
            <a:r>
              <a:t>Fuente curricular: Procesos para Negocios Digitales, 2.1, UPS 2026–2027. Referencia: Weske (2012), Business Process Management: Concepts, Languages, Architectures.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ejecución convierte reglas y acuerdos en trabajo realizado por personas o sistemas. Requiere asignar casos, conservar estado y atender excepciones. No todo modelo se ejecuta directamente en una plataforma informática. Distingue una descripción para comunicar el proceso de una especificación que contenga datos y reglas suficientes para automatizar parte de su comportamiento.</a:t>
            </a:r>
          </a:p>
          <a:p/>
          <a:p>
            <a:r>
              <a:t>Fuente curricular: Procesos para Negocios Digitales, 2.1, UPS 2026–2027. Referencia: Weske (2012), Business Process Management: Concepts, Languages, Architectures.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modelo describe y acuerda el funcionamiento; la ejecución lo convierte en trabajo; el monitoreo produce evidencia; la optimización propone cambios. El gobierno conecta decisiones y versiones a lo largo del recorrido. Después de un cambio aprobado, debe comprobarse que la operación y los indicadores utilizan reglas compatibles con el nuevo modelo.</a:t>
            </a:r>
          </a:p>
          <a:p/>
          <a:p>
            <a:r>
              <a:t>Fuente curricular: Procesos para Negocios Digitales, 2.1, UPS 2026–2027. Referencia: Weske (2012), Business Process Management: Concepts, Languages, Architectures.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ficticio: una empresa dibuja el proceso de soporte, asigna casos en una aplicación y muestra un tablero de tiempos. Sin embargo, las solicitudes recibidas por teléfono quedan fuera del registro y nadie aprueba cambios de prioridad. El tablero representa solo parte del proceso. Antes de optimizar, el equipo debe integrar esas entradas y acordar quién puede cambiar reglas y cómo se registra su vigencia.</a:t>
            </a:r>
          </a:p>
          <a:p/>
          <a:p>
            <a:r>
              <a:t>Fuente curricular: Procesos para Negocios Digitales, 2.1, UPS 2026–2027. Referencia: Weske (2012), Business Process Management: Concepts, Languages, Architectures.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monitoreo recoge eventos y medidas relevantes para conocer desempeño. Define identificador del caso, actividad, instante y resultado cuando esos datos sean necesarios. Una cifra sin origen o definición es difícil de auditar. El tablero debe permitir investigar desviaciones y no limitarse a mostrar totales favorables; también importa si el registro omite casos abandonados o actividades manuales.</a:t>
            </a:r>
          </a:p>
          <a:p/>
          <a:p>
            <a:r>
              <a:t>Fuente curricular: Procesos para Negocios Digitales, 2.1, UPS 2026–2027. Referencia: Weske (2012), Business Process Management: Concepts, Languages, Architectures.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optimización usa evidencia para comparar alternativas y ajustar el proceso. Gobierno significa decidir quién aprueba modelos, reglas, cambios e indicadores. Es el vínculo entre los componentes: evita que una mejora en el tablero nunca llegue a la operación o que un cambio operativo deje al modelo desactualizado. La estructura necesita retroalimentación y responsabilidades, además de aplicaciones conectadas.</a:t>
            </a:r>
          </a:p>
          <a:p/>
          <a:p>
            <a:r>
              <a:t>Fuente curricular: Procesos para Negocios Digitales, 2.1, UPS 2026–2027. Referencia: Weske (2012), Business Process Management: Concepts, Languages, Architectures.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Representa los cuatro componentes y las relaciones de información entre ellos. Después, diseña el registro mínimo que incluya solicitudes web y telefónicas. Justifica tus decisiones con los conceptos de esta explicación y comprueba tus respuestas en la actividad interactiva.</a:t>
            </a:r>
          </a:p>
          <a:p/>
          <a:p>
            <a:r>
              <a:t>Fuente curricular: Procesos para Negocios Digitales, 2.1, UPS 2026–2027. Referencia: Weske (2012), Business Process Management: Concepts, Languages, Architectures.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Los componentes se necesitan mutuamente. La calidad del registro delimita el monitoreo. El gobierno conecta modelos, reglas y cambios.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Procesos para Negocios Digitales, 2.1, UPS 2026–2027. Referencia: Weske (2012), Business Process Management: Concepts, Languages, Architectures.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U2 ·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Componentes clave del BPM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Relacionar modelado, ejecución, monitoreo y optimización como componentes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coordinados de una estructura de BPM.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Relacionar modelado, ejecución, monitoreo y optimización como componentes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coordinados de una estructura de BPM.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componente aporta cada evidencia y qué problema impide confiar plenamente en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el tablero?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Modelado y conocimiento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 modelado hace explícitos actividades, reglas, roles y resultados del proceso con el detalle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adecuado al propósito. Puede incluir diagramas, definiciones y documentos asociados.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representación compartida facilita conversación y análisis, pero necesita versión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responsable. Si el modelo no refleja la operación real, las decisiones posteriores pueden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apoyarse en una visión que ya no existe.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Ejecución y coordinación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ejecución convierte reglas y acuerdos en trabajo realizado por personas o sistemas.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Requiere asignar casos, conservar estado y atender excepciones. No todo modelo se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ejecuta directamente en una plataforma informática. Distingue una descripción para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comunicar el proceso de una especificación que contenga datos y reglas suficientes para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automatizar parte de su comportamiento.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Modelar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Ejecutar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Monitorear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Optimizar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El modelo describe y acuerda el funcionamiento; la ejecución lo convierte en trabajo; el monitoreo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produce evidencia; la optimización propone cambios. El gobierno conecta decisiones y versiones a lo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largo del recorrido. Después de un cambio aprobado, debe comprobarse que la operación y los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indicadores utilizan reglas compatibles con el nuevo modelo.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una empresa dibuja el proceso de soporte, asigna casos en una aplicación y muestra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un tablero de tiempos. Sin embargo, las solicitudes recibidas por teléfono quedan fuera del registro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y nadie aprueba cambios de prioridad. El tablero representa solo parte del proceso. Antes 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optimizar, el equipo debe integrar esas entradas y acordar quién puede cambiar reglas y cómo se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registra su vigencia.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componente aporta cada evidencia y qué problema impide confiar plenamente en el tablero?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Monitoreo y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 monitoreo recoge eventos y medidas relevantes para conocer desempeño. Define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identificador del caso, actividad, instante y resultado cuando esos datos sean necesarios.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cifra sin origen o definición es difícil de auditar. El tablero debe permitir investigar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desviaciones y no limitarse a mostrar totales favorables; también importa si el registro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omite casos abandonados o actividades manuales.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Optimización y gobierno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optimización usa evidencia para comparar alternativas y ajustar el proceso. Gobierno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significa decidir quién aprueba modelos, reglas, cambios e indicadores. Es el vínculo entre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los componentes: evita que una mejora en el tablero nunca llegue a la operación o que un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cambio operativo deje al modelo desactualizado. La estructura necesita retroalimentación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responsabilidades, además de aplicaciones conectadas.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U2 ·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Representa los cuatro componentes y las relaciones de información entre ellos.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Asigna responsabilidades sobre modelos, reglas y cambios del caso.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el registro mínimo que incluya solicitudes web y telefónicas.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Explica cómo comprobarías consistencia entre modelo, operación e indicador tras un cambio.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U2 ·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Los componentes se necesitan mutuamente.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La calidad del registro delimita el monitoreo.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El gobierno conecta modelos, reglas y cambios.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Weske (2012), Business Process Management: Concepts,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Languages, Architectures. Dumas et al. (2018), Fundamentals of Business Process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Componentes clave del BPM</dc:title>
  <dc:subject>Estructura del BPM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