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evaluación y selección de procesos a mejorar. El propósito es priorizar procesos de mejora usando criterios explícitos, evidencia y restricciones que permitan justificar la selección. Este contenido forma parte de procesos para negocios digitales. Trabajaremos con conceptos y un caso ficticio para tomar decisiones justificadas.</a:t>
            </a:r>
          </a:p>
          <a:p/>
          <a:p>
            <a:r>
              <a:t>Fuente curricular: Procesos para Negocios Digitales, 4.3,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¿Cómo se calculan las dos puntuaciones y qué no debe concluirse solo a partir de ellas? Al terminar deberás explicar tu decisión, indicar cómo la comprobarías y reconocer los límites de la evidencia utilizada.</a:t>
            </a:r>
          </a:p>
          <a:p/>
          <a:p>
            <a:r>
              <a:t>Fuente curricular: Procesos para Negocios Digitales, 4.3,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organización suele tener más oportunidades de mejora que capacidad para abordarlas. La evaluación de procesos compara problemas e impacto con recursos, datos y disposición al cambio. Distingue obligaciones que requieren atención de iniciativas opcionales. Un proceso visible o popular no es necesariamente el que tiene mayor efecto sobre el cliente o mayor oportunidad de mejora sostenible.</a:t>
            </a:r>
          </a:p>
          <a:p/>
          <a:p>
            <a:r>
              <a:t>Fuente curricular: Procesos para Negocios Digitales, 4.3,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criterios como impacto en el cliente, magnitud del problema, viabilidad y urgencia. Explica qué significa cada nivel de puntuación y qué evidencia lo respalda. Evita contar dos veces el mismo beneficio con nombres distintos. Cuando faltan datos, marca incertidumbre y asigna una tarea para obtenerlos, en lugar de convertir una opinión en una cifra aparentemente precisa.</a:t>
            </a:r>
          </a:p>
          <a:p/>
          <a:p>
            <a:r>
              <a:t>Fuente curricular: Procesos para Negocios Digitales, 4.3,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 acuerda criterios y restricciones. Reúne evidencia de los procesos candidatos y puntúa con una escala definida. Calcula la clasificación y prueba supuestos alternativos. La decisión final debe explicar obligaciones, dependencias y capacidad, además del resultado numérico. Un proceso elegido necesita un alcance viable para convertirse en proyecto y no solo quedar como prioridad declarada.</a:t>
            </a:r>
          </a:p>
          <a:p/>
          <a:p>
            <a:r>
              <a:t>Fuente curricular: Procesos para Negocios Digitales, 4.3,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hipotético: impacto pesa 50 %, viabilidad 30 % y urgencia 20 %, con escala de uno a cinco donde cinco es más favorable. Soporte recibe cinco, dos y cuatro: suma 3,9. Facturación recibe tres, cinco y tres: suma 3,6. La diferencia favorece soporte bajo esos juicios, pero una obligación legal crítica de facturación o un cambio de pesos puede alterar la decisión.</a:t>
            </a:r>
          </a:p>
          <a:p/>
          <a:p>
            <a:r>
              <a:t>Fuente curricular: Procesos para Negocios Digitales, 4.3,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matriz ponderada multiplica cada valoración por su peso y suma resultados. Los pesos deben sumar uno o cien por ciento y representar prioridades acordadas. La puntuación organiza juicio, no garantiza objetividad. Prueba cómo cambia la clasificación al variar pesos o supuestos; si una pequeña modificación invierte la prioridad, presenta esa sensibilidad a quienes deciden.</a:t>
            </a:r>
          </a:p>
          <a:p/>
          <a:p>
            <a:r>
              <a:t>Fuente curricular: Procesos para Negocios Digitales, 4.3,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Combina la clasificación con restricciones, dependencias y capacidad de ejecutar un piloto. Una obligación crítica puede requerir atención aunque no encabece una matriz de beneficios. Registra por qué se selecciona un proceso, qué alcance tendrá y qué evidencia falta. Revisar prioridades cuando cambia el contexto es parte de la gestión y no un error del método.</a:t>
            </a:r>
          </a:p>
          <a:p/>
          <a:p>
            <a:r>
              <a:t>Fuente curricular: Procesos para Negocios Digitales, 4.3,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Define cuatro criterios con escala, evidencia y posibles duplicidades. Después, modifica un peso conservando la suma e interpreta la sensibilidad. Justifica tus decisiones con los conceptos de esta explicación y comprueba tus respuestas en la actividad interactiva.</a:t>
            </a:r>
          </a:p>
          <a:p/>
          <a:p>
            <a:r>
              <a:t>Fuente curricular: Procesos para Negocios Digitales, 4.3,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Prioriza con criterios y evidencia. Calcula y contrasta sensibilidad. Integra restricciones y alcance ejecutable.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Procesos para Negocios Digitales, 4.3,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U4 ·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1447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Evaluación y selección de procesos a</a:t>
            </a:r>
          </a:p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mejorar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75082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Priorizar procesos de mejora usando criterios explícitos, evidencia y restricciones que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permitan justificar la selección.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Priorizar procesos de mejora usando criterios explícitos, evidencia y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restricciones que permitan justificar la selección.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4648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¿Cómo se calculan las dos puntuaciones y qué no debe concluirse solo a partir de ellas?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Seleccionar antes de intervenir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organización suele tener más oportunidades de mejora que capacidad para abordarlas.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evaluación de procesos compara problemas e impacto con recursos, datos y disposición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al cambio. Distingue obligaciones que requieren atención de iniciativas opcionales. Un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proceso visible o popular no es necesariamente el que tiene mayor efecto sobre el cliente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mayor oportunidad de mejora sostenible.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Criterios y evidencia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Define criterios como impacto en el cliente, magnitud del problema, viabilidad y urgencia.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Explica qué significa cada nivel de puntuación y qué evidencia lo respalda. Evita contar dos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veces el mismo beneficio con nombres distintos. Cuando faltan datos, marca incertidumbre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y asigna una tarea para obtenerlos, en lugar de convertir una opinión en una cifra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aparentemente precisa.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Definir criterios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Reunir evidencia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Comparar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sensibilidad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Aprobar alcance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905000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295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536975"/>
                </a:solidFill>
                <a:latin typeface="Noto Sans"/>
              </a:defRPr>
            </a:pPr>
            <a:r>
              <a:t>Primero acuerda criterios y restricciones. Reúne evidencia de los procesos candidatos y puntúa con una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536975"/>
                </a:solidFill>
                <a:latin typeface="Noto Sans"/>
              </a:defRPr>
            </a:pPr>
            <a:r>
              <a:t>escala definida. Calcula la clasificación y prueba supuestos alternativos. La decisión final debe explicar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536975"/>
                </a:solidFill>
                <a:latin typeface="Noto Sans"/>
              </a:defRPr>
            </a:pPr>
            <a:r>
              <a:t>obligaciones, dependencias y capacidad, además del resultado numérico. Un proceso elegido necesita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536975"/>
                </a:solidFill>
                <a:latin typeface="Noto Sans"/>
              </a:defRPr>
            </a:pPr>
            <a:r>
              <a:t>un alcance viable para convertirse en proyecto y no solo quedar como prioridad declarada.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Ejemplo hipotético: impacto pesa 50 %, viabilidad 30 % y urgencia 20 %, con escala de uno a cinco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donde cinco es más favorable. Soporte recibe cinco, dos y cuatro: suma 3,9. Facturación recibe tres,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cinco y tres: suma 3,6. La diferencia favorece soporte bajo esos juicios, pero una obligación legal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crítica de facturación o un cambio de pesos puede alterar la decisión.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¿Cómo se calculan las dos puntuaciones y qué no debe concluirse solo a partir de ellas?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Ponderación y sensibilidad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matriz ponderada multiplica cada valoración por su peso y suma resultados. Los pesos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deben sumar uno o cien por ciento y representar prioridades acordadas. La puntuación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organiza juicio, no garantiza objetividad. Prueba cómo cambia la clasificación al variar pesos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 supuestos; si una pequeña modificación invierte la prioridad, presenta esa sensibilidad 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quienes deciden.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Decisión y alcance viable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Combina la clasificación con restricciones, dependencias y capacidad de ejecutar un piloto.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obligación crítica puede requerir atención aunque no encabece una matriz de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beneficios. Registra por qué se selecciona un proceso, qué alcance tendrá y qué evidencia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falta. Revisar prioridades cuando cambia el contexto es parte de la gestión y no un error del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método.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Define cuatro criterios con escala, evidencia y posibles duplicidades.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las puntuaciones del ejemplo verificando los pesos.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Modifica un peso conservando la suma e interpreta la sensibilidad.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Justifica una selección considerando obligación crítica, dependencia y capacidad de piloto.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U4 ·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Prioriza con criterios y evidencia.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Calcula y contrasta sensibilidad.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Integra restricciones y alcance ejecutable.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Dumas et al. (2018), Fundamentals of Business Process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Management. Jeston y Nelis (2014), Business Process Management: Practical Guidelines to Successful Implementations.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y selección de procesos a mejorar</dc:title>
  <dc:subject>Implementación del BPM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