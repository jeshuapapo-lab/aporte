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ciclo de vida general del bpm. El propósito es explicar el ciclo general de BPM y la relación iterativa entre comprender, cambiar y controlar un proceso. Este contenido forma parte de procesos para negocios digitales. Trabajaremos con conceptos y un caso ficticio para tomar decisiones justificadas.</a:t>
            </a:r>
          </a:p>
          <a:p/>
          <a:p>
            <a:r>
              <a:t>Fuente curricular: Procesos para Negocios Digitales, 1.4, UPS 2026–2027. Referencia: Dumas et al. (2018), Fundamentals of Business Process Management, 2.ª ed. Weske (2012), Business Process Management: Concepts, Languages,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evidencia produce cada fase y cuándo sería necesario volver al análisis? Al terminar deberás explicar tu decisión, indicar cómo la comprobarías y reconocer los límites de la evidencia utilizada.</a:t>
            </a:r>
          </a:p>
          <a:p/>
          <a:p>
            <a:r>
              <a:t>Fuente curricular: Procesos para Negocios Digitales, 1.4, UPS 2026–2027. Referencia: Dumas et al. (2018), Fundamentals of Business Process Management, 2.ª ed. Weske (2012), Business Process Management: Concepts, Languages,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ciclo comienza seleccionando procesos según propósito, impacto y problemas observados. Define límites, destinatarios, responsable y relación con otros procesos. No todas las oportunidades tienen la misma prioridad ni madurez. Un alcance claro permite saber qué se investigará y evita que el proyecto intente transformar toda la organización antes de comprender una necesidad concreta.</a:t>
            </a:r>
          </a:p>
          <a:p/>
          <a:p>
            <a:r>
              <a:t>Fuente curricular: Procesos para Negocios Digitales, 1.4, UPS 2026–2027. Referencia: Dumas et al. (2018), Fundamentals of Business Process Management, 2.ª ed. Weske (2012), Business Process Management: Concepts, Languages,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descubrimiento documenta cómo funciona realmente el proceso usando entrevistas, observación y registros pertinentes. El análisis identifica problemas, tiempos, variaciones y causas que deben contrastarse. El modelo actual no debe confundirse con el procedimiento ideal del manual. Recoger varias perspectivas ayuda a encontrar trabajo oculto y diferencias entre lo previsto y lo que las personas hacen.</a:t>
            </a:r>
          </a:p>
          <a:p/>
          <a:p>
            <a:r>
              <a:t>Fuente curricular: Procesos para Negocios Digitales, 1.4, UPS 2026–2027. Referencia: Dumas et al. (2018), Fundamentals of Business Process Management, 2.ª ed. Weske (2012), Business Process Management: Concepts, Languages,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recorrido une identificación, descubrimiento, análisis, rediseño, implementación y monitoreo. Agruparlos en cuatro bloques facilita recordar el ciclo, pero no elimina sus actividades. La evidencia de monitoreo puede devolver al equipo al análisis o incluso a la delimitación. Lo importante es conservar trazabilidad entre problema, propuesta y resultado observado.</a:t>
            </a:r>
          </a:p>
          <a:p/>
          <a:p>
            <a:r>
              <a:t>Fuente curricular: Procesos para Negocios Digitales, 1.4, UPS 2026–2027. Referencia: Dumas et al. (2018), Fundamentals of Business Process Management, 2.ª ed. Weske (2012), Business Process Management: Concepts, Languages,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ficticio: un negocio detecta solicitudes de soporte respondidas tarde. Primero limita el proceso desde recepción hasta primera respuesta útil. Observa casos y descubre reasignaciones sin responsable. Propone una regla de asignación, forma al equipo y la prueba en un piloto. Después revisa tiempo, calidad y solicitudes olvidadas. Si la mejora solo funciona para casos simples, vuelve al análisis de excepciones.</a:t>
            </a:r>
          </a:p>
          <a:p/>
          <a:p>
            <a:r>
              <a:t>Fuente curricular: Procesos para Negocios Digitales, 1.4, UPS 2026–2027. Referencia: Dumas et al. (2018), Fundamentals of Business Process Management, 2.ª ed. Weske (2012), Business Process Management: Concepts, Languages,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rediseño propone un estado futuro coherente con objetivos y restricciones. Compara alternativas, revisa excepciones y anticipa cómo cambiarán tareas, roles y sistemas. Implementar incluye acuerdos operativos, capacitación y controles, no solo instalar tecnología. Una transición gradual y con criterios de aceptación permite comprobar que el nuevo recorrido puede ejecutarse y que su resultado satisface el propósito.</a:t>
            </a:r>
          </a:p>
          <a:p/>
          <a:p>
            <a:r>
              <a:t>Fuente curricular: Procesos para Negocios Digitales, 1.4, UPS 2026–2027. Referencia: Dumas et al. (2018), Fundamentals of Business Process Management, 2.ª ed. Weske (2012), Business Process Management: Concepts, Languages,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seguimiento compara el desempeño con objetivos y detecta desviaciones. Usa definiciones de indicador, datos confiables y responsables de revisión. Los resultados pueden exigir ajustar reglas, redescubrir el proceso o revisar el alcance. El ciclo es iterativo: no termina al publicar un diagrama, y sus fases pueden solaparse cuando aparece nueva evidencia sobre la operación.</a:t>
            </a:r>
          </a:p>
          <a:p/>
          <a:p>
            <a:r>
              <a:t>Fuente curricular: Procesos para Negocios Digitales, 1.4, UPS 2026–2027. Referencia: Dumas et al. (2018), Fundamentals of Business Process Management, 2.ª ed. Weske (2012), Business Process Management: Concepts, Languages,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Describe el alcance del proceso y el criterio para seleccionarlo. Después, diseña un piloto con roles, capacitación y aceptación del cambio. Justifica tus decisiones con los conceptos de esta explicación y comprueba tus respuestas en la actividad interactiva.</a:t>
            </a:r>
          </a:p>
          <a:p/>
          <a:p>
            <a:r>
              <a:t>Fuente curricular: Procesos para Negocios Digitales, 1.4, UPS 2026–2027. Referencia: Dumas et al. (2018), Fundamentals of Business Process Management, 2.ª ed. Weske (2012), Business Process Management: Concepts, Languages,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Delimita antes de intervenir. Conecta diagnóstico, propuesta e implementación. Usa resultados para reiniciar el aprendizaje.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Procesos para Negocios Digitales, 1.4, UPS 2026–2027. Referencia: Dumas et al. (2018), Fundamentals of Business Process Management, 2.ª ed. Weske (2012), Business Process Management: Concepts, Languages,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U1 · 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Ciclo de vida general del BPM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Explicar el ciclo general de BPM y la relación iterativa entre comprender, cambiar y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controlar un proceso.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Explicar el ciclo general de BPM y la relación iterativa entre comprender,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cambiar y controlar un proceso.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4648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evidencia produce cada fase y cuándo sería necesario volver al análisis?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Identificar y delimitar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 ciclo comienza seleccionando procesos según propósito, impacto y problemas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observados. Define límites, destinatarios, responsable y relación con otros procesos. No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todas las oportunidades tienen la misma prioridad ni madurez. Un alcance claro permite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saber qué se investigará y evita que el proyecto intente transformar toda la organización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antes de comprender una necesidad concreta.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Descubrir y analizar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 descubrimiento documenta cómo funciona realmente el proceso usando entrevistas,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observación y registros pertinentes. El análisis identifica problemas, tiempos, variaciones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causas que deben contrastarse. El modelo actual no debe confundirse con el procedimiento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ideal del manual. Recoger varias perspectivas ayuda a encontrar trabajo oculto y diferencias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entre lo previsto y lo que las personas hacen.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Identificar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Descubrir y analizar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6705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Rediseñar e</a:t>
            </a:r>
          </a:p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implantar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Monitorear y ajustar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El recorrido une identificación, descubrimiento, análisis, rediseño, implementación y monitoreo.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Agruparlos en cuatro bloques facilita recordar el ciclo, pero no elimina sus actividades. La evidencia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de monitoreo puede devolver al equipo al análisis o incluso a la delimitación. Lo importante es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conservar trazabilidad entre problema, propuesta y resultado observado.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un negocio detecta solicitudes de soporte respondidas tarde. Primero limita el proceso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desde recepción hasta primera respuesta útil. Observa casos y descubre reasignaciones sin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responsable. Propone una regla de asignación, forma al equipo y la prueba en un piloto. Después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revisa tiempo, calidad y solicitudes olvidadas. Si la mejora solo funciona para casos simples, vuelve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al análisis de excepciones.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evidencia produce cada fase y cuándo sería necesario volver al análisis?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Rediseñar e implementar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 rediseño propone un estado futuro coherente con objetivos y restricciones. Compara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alternativas, revisa excepciones y anticipa cómo cambiarán tareas, roles y sistemas.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Implementar incluye acuerdos operativos, capacitación y controles, no solo instalar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tecnología. Una transición gradual y con criterios de aceptación permite comprobar que el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nuevo recorrido puede ejecutarse y que su resultado satisface el propósito.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Monitorear y volver a aprender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El seguimiento compara el desempeño con objetivos y detecta desviaciones. Usa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definiciones de indicador, datos confiables y responsables de revisión. Los resultados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pueden exigir ajustar reglas, redescubrir el proceso o revisar el alcance. El ciclo es iterativo: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no termina al publicar un diagrama, y sus fases pueden solaparse cuando aparece nueva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evidencia sobre la operación.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Describe el alcance del proceso y el criterio para seleccionarlo.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Asigna evidencias concretas a descubrimiento, análisis y rediseño.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un piloto con roles, capacitación y aceptación del cambio.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Explica qué resultados del monitoreo obligarían a revisar fases anteriores.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U1 · 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Delimita antes de intervenir.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Conecta diagnóstico, propuesta e implementación.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Usa resultados para reiniciar el aprendizaje.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Dumas et al. (2018), Fundamentals of Business Process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Management, 2.ª ed. Weske (2012), Business Process Management: Concepts, Languages, Architectures.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Ciclo de vida general del BPM</dc:title>
  <dc:subject>Introducción del BPM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