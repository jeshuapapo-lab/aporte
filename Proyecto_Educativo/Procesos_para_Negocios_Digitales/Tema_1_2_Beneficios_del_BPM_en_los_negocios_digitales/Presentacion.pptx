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beneficios del bpm en los negocios digitales. El propósito es evaluar beneficios esperados de BPM en un negocio digital con indicadores, condiciones y efectos sobre las personas. Este contenido forma parte de procesos para negocios digitales. Trabajaremos con conceptos y un caso ficticio para tomar decisiones justificadas.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beneficio se observa y por qué todavía no basta para declarar éxito global? Al terminar deberás explicar tu decisión, indicar cómo la comprobarías y reconocer los límites de la evidencia utilizada.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BPM puede mejorar coordinación, calidad, tiempos y capacidad de adaptación al hacer visibles recorridos y responsabilidades. El beneficio depende del problema y de la intervención; no aparece por nombrar un proyecto como BPM. Define qué dificultad vive el cliente o la operación y por qué una mejora del proceso puede cambiar ese resultado de forma relevante.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 negocio digital, una solicitud puede pasar por formularios, sistemas y personas distintas. La visibilidad permite conocer estado, responsable y causas de espera. Estandarizar criterios reduce variaciones evitables, pero no exige eliminar toda flexibilidad. Los casos excepcionales necesitan rutas y decisiones explícitas para que la coordinación no se transforme en una secuencia rígida que nadie pueda resolver.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Relaciona el beneficio esperado con una necesidad concreta. Mide la situación inicial y explica qué cambiará en el proceso. Después compara resultados usando las mismas definiciones, revisando tanto mejoras como consecuencias. Incluye la perspectiva de quienes ejecutan el trabajo y de quienes reciben el servicio, porque ambas pueden revelar costos que el indicador principal oculta.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hipotético: una tienda digital reduce el tiempo promedio de respuesta de cuarenta y ocho a treinta y seis horas tras reorganizar consultas. La reducción relativa es 25 %. Sin embargo, la tasa de respuestas que deben corregirse sube de 4 % a 9 %. Hay una mejora de velocidad, pero el beneficio global no puede declararse sin investigar calidad, casos pendientes y efectos en los clientes.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 medidas de tiempo, calidad, costo y experiencia según el propósito. Reducir el tiempo promedio puede ser valioso, pero también ocultar casos muy lentos. Observa distribución, errores y reclamos. Registra una línea base y compara períodos o grupos con condiciones conocidas, reconociendo que una coincidencia temporal no demuestra por sí sola que BPM causó el resultado.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beneficios requieren participación, responsables, datos confiables y revisión continua. Las personas que ejecutan el proceso conocen excepciones y trabajo no registrado. Incluirlas mejora el diagnóstico y la adopción. Si el cambio solo desplaza trabajo a otra área o exige atajos para cumplir indicadores, revisa incentivos y capacidad antes de declarar que la organización mejoró.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Identifica dos beneficios potenciales vinculados al problema del caso. Después, diseña un tablero con tiempo, calidad y experiencia, definiendo población y período. Justifica tus decisiones con los conceptos de esta explicación y comprueba tus respuestas en la actividad interactiva.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Vincula beneficios con necesidades medibles. Equilibra velocidad, calidad y experiencia. Incluye a las personas y revisa efectos globales.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Procesos para Negocios Digitales, 1.2, UPS 2026–2027. Referencia: Dumas et al. (2018), Fundamentals of Business Process Management. Jeston y Nelis (2014), Business Process Management: Practical Guidelines to Successful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Beneficios del BPM en los negocios digitales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Evaluar beneficios esperados de BPM en un negocio digital con indicadores,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condiciones y efectos sobre las personas.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Evaluar beneficios esperados de BPM en un negocio digital con indicadores,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condiciones y efectos sobre las personas.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4648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beneficio se observa y por qué todavía no basta para declarar éxito global?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Beneficios con propósito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BPM puede mejorar coordinación, calidad, tiempos y capacidad de adaptación al hacer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visibles recorridos y responsabilidades. El beneficio depende del problema y de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intervención; no aparece por nombrar un proyecto como BPM. Define qué dificultad vive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cliente o la operación y por qué una mejora del proceso puede cambiar ese resultado de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forma relevante.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Visibilidad y coordinación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En un negocio digital, una solicitud puede pasar por formularios, sistemas y personas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distintas. La visibilidad permite conocer estado, responsable y causas de espera.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Estandarizar criterios reduce variaciones evitables, pero no exige eliminar toda flexibilidad.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Los casos excepcionales necesitan rutas y decisiones explícitas para que la coordinación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 transforme en una secuencia rígida que nadie pueda resolver.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Definir beneficio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Medir línea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Cambiar proceso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Revisar equilibrio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Relaciona el beneficio esperado con una necesidad concreta. Mide la situación inicial y explica qué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cambiará en el proceso. Después compara resultados usando las mismas definiciones, revisando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tanto mejoras como consecuencias. Incluye la perspectiva de quienes ejecutan el trabajo y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quienes reciben el servicio, porque ambas pueden revelar costos que el indicador principal oculta.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hipotético: una tienda digital reduce el tiempo promedio de respuesta de cuarenta y ocho 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treinta y seis horas tras reorganizar consultas. La reducción relativa es 25 %. Sin embargo, la tasa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respuestas que deben corregirse sube de 4 % a 9 %. Hay una mejora de velocidad, pero el beneficio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global no puede declararse sin investigar calidad, casos pendientes y efectos en los clientes.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beneficio se observa y por qué todavía no basta para declarar éxito global?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Indicadores equilibrados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Combina medidas de tiempo, calidad, costo y experiencia según el propósito. Reducir el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tiempo promedio puede ser valioso, pero también ocultar casos muy lentos. Observa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distribución, errores y reclamos. Registra una línea base y compara períodos o grupos con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condiciones conocidas, reconociendo que una coincidencia temporal no demuestra por sí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sola que BPM causó el resultado.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Condiciones y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Los beneficios requieren participación, responsables, datos confiables y revisión continua.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Las personas que ejecutan el proceso conocen excepciones y trabajo no registrado.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Incluirlas mejora el diagnóstico y la adopción. Si el cambio solo desplaza trabajo a otra área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o exige atajos para cumplir indicadores, revisa incentivos y capacidad antes de declarar que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organización mejoró.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Identifica dos beneficios potenciales vinculados al problema del caso.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Calcula la reducción relativa de tiempo y la variación de correcciones.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un tablero con tiempo, calidad y experiencia, definiendo población y período.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Propón participación del equipo y dos controles contra efectos no deseados.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PROCESOS PARA NEGOCIOS DIGITALES · U1 ·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Vincula beneficios con necesidades medibles.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Equilibra velocidad, calidad y experiencia.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Incluye a las personas y revisa efectos globales.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Dumas et al. (2018), Fundamentals of Business Process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Management. Jeston y Nelis (2014), Business Process Management: Practical Guidelines to Successful Implementations.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Beneficios del BPM en los negocios digitales</dc:title>
  <dc:subject>Introducción del BPM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