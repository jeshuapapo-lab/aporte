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análisis y diagnóstico de procesos existentes y rediseño de procesos. El propósito es analizar un proceso existente, contrastar causas y justificar un rediseño con evidencia y comparación de alternativas.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parte del tiempo cambia y por qué el ahorro previsto no equivale a una mejora ya demostrada?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Delimita el proceso, recoge casos y representa su funcionamiento observado. Distingue trabajo, espera, transferencia y repetición. Busca variantes y datos faltantes. Un diagnóstico no consiste en escribir que el proceso es lento: necesita localizar dónde ocurre el problema, a quién afecta y con qué evidencia se conoce su frecuencia o magnitud.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demora puede relacionarse con requisitos incompletos, capacidad, reglas, errores o coordinación. Usa preguntas de causa, observación y datos para contrastar hipótesis. Que dos eventos coincidan no demuestra una relación causal. Evita culpar a una persona sin examinar el sistema de trabajo y revisa si el registro representa también casos difíciles, cancelados o no resueltos.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primero el recorrido real y separa sus componentes de tiempo. Investiga causas en lugar de seleccionar una herramienta por anticipado. Diseña una alternativa que explique cómo disminuirá el problema. Finalmente recorre escenarios y mide un piloto, conservando comparabilidad y controles que detecten deterioros de calidad o trabajo desplazado.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hipotético: una solicitud tiene cuatro horas de trabajo y treinta y seis de espera, para un ciclo total de cuarenta. El rediseño mantiene cuatro de trabajo y reduce la espera esperada a veinte, dando veinticuatro horas. La reducción prevista del ciclo es 40 %. Todavía no es un resultado observado: debe probarse con casos comparables y comprobar que no aumenten errores o carga en otra etapa.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 cambios como eliminar duplicaciones, validar antes, reducir transferencias o atender tareas en paralelo cuando sea viable. Explica el mecanismo, los riesgos y las condiciones de cada alternativa. Automatizar es una opción, no la definición del rediseño. Mantén trazabilidad entre problema investigado, cambio propuesto y resultado que se espera comprobar.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 el modelo futuro con escenarios y participantes antes de implantar. Define piloto, responsables y medidas de calidad y tiempo. Compara condiciones para evitar atribuir a la propuesta un cambio de volumen o composición de casos. Documenta diferencias entre lo simulado, lo esperado y lo observado, y establece cómo se volverá al análisis si aparecen fallos.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Representa el estado actual con actividades, esperas y transferencias. Después, diseña dos alternativas y calcula la reducción prevista del ejemplo.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Diagnostica con casos y límites claros. Contrasta causas y compara alternativas. Distingue previsión, piloto y resultado observado.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3.4, UPS 2026–2027. Referencia: Dumas et al. (2018), Fundamentals of Business Process Management. Van der Aalst (2016), Process Mining: Data Science in Action, 2.ª ed.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1447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Análisis y diagnóstico de procesos</a:t>
            </a:r>
          </a:p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existentes y rediseño de procesos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75082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Analizar un proceso existente, contrastar causas y justificar un rediseño con evidencia y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comparación de alternativas.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Analizar un proceso existente, contrastar causas y justificar un rediseño con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evidencia y comparación de alternativas.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parte del tiempo cambia y por qué el ahorro previsto no equivale a una mejora ya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demostrada?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Diagnóstico del estado actual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Delimita el proceso, recoge casos y representa su funcionamiento observado. Distingue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trabajo, espera, transferencia y repetición. Busca variantes y datos faltantes. Un diagnóstico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no consiste en escribir que el proceso es lento: necesita localizar dónde ocurre el problema,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 quién afecta y con qué evidencia se conoce su frecuencia o magnitud.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Causas e hipótesis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demora puede relacionarse con requisitos incompletos, capacidad, reglas, errores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coordinación. Usa preguntas de causa, observación y datos para contrastar hipótesis. Que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dos eventos coincidan no demuestra una relación causal. Evita culpar a una persona sin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examinar el sistema de trabajo y revisa si el registro representa también casos difíciles,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cancelados o no resueltos.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Descubrir estado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Contrastar causas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Diseñar alternativa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resultado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Describe primero el recorrido real y separa sus componentes de tiempo. Investiga causas en lugar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de seleccionar una herramienta por anticipado. Diseña una alternativa que explique cómo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disminuirá el problema. Finalmente recorre escenarios y mide un piloto, conservando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comparabilidad y controles que detecten deterioros de calidad o trabajo desplazado.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Ejemplo hipotético: una solicitud tiene cuatro horas de trabajo y treinta y seis de espera, para un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ciclo total de cuarenta. El rediseño mantiene cuatro de trabajo y reduce la espera esperada a veinte,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dando veinticuatro horas. La reducción prevista del ciclo es 40 %. Todavía no es un resultado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observado: debe probarse con casos comparables y comprobar que no aumenten errores o carga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en otra etapa.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parte del tiempo cambia y por qué el ahorro previsto no equivale a una mejora ya demostrada?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Diseño del estado futuro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Compara cambios como eliminar duplicaciones, validar antes, reducir transferencias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atender tareas en paralelo cuando sea viable. Explica el mecanismo, los riesgos y las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condiciones de cada alternativa. Automatizar es una opción, no la definición del rediseño.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Mantén trazabilidad entre problema investigado, cambio propuesto y resultado que se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espera comprobar.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Evaluación y transición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Revisa el modelo futuro con escenarios y participantes antes de implantar. Define piloto,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responsables y medidas de calidad y tiempo. Compara condiciones para evitar atribuir a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propuesta un cambio de volumen o composición de casos. Documenta diferencias entre lo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simulado, lo esperado y lo observado, y establece cómo se volverá al análisis si aparecen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fallos.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Representa el estado actual con actividades, esperas y transferencias.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Formula dos hipótesis de causa y evidencia que permitiría contrastarlas.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dos alternativas y calcula la reducción prevista del ejemplo.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Define un piloto con comparabilidad, calidad y criterio para aceptar o revisar la propuesta.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U3 ·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Diagnostica con casos y límites claros.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Contrasta causas y compara alternativas.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Distingue previsión, piloto y resultado observado.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Dumas et al. (2018), Fundamentals of Business Process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Management. Van der Aalst (2016), Process Mining: Data Science in Action, 2.ª ed. Springer.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diagnóstico de procesos existentes y rediseño de procesos</dc:title>
  <dc:subject>Técnicas de modelado de procesos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