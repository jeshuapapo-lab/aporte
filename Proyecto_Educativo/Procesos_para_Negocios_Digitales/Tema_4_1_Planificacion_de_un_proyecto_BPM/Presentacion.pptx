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planificación de un proyecto bpm. El propósito es planificar un proyecto BPM con alcance, entregables, responsabilidades, riesgos y criterios de aceptación.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compromisos deben revisarse antes de aprobar el calendario del caso?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proyecto BPM organiza una intervención temporal para mejorar un proceso con propósito definido. Explica el problema, quién recibe el resultado, qué se incluye y qué queda fuera. Relaciona los beneficios esperados con evidencia inicial y evita prometer una transformación total sin recursos. El responsable del proyecto y el dueño del proceso cumplen funciones relacionadas, pero distintas.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Descompón el trabajo en entregables verificables: alcance, modelo actual, diagnóstico, propuesta futura, piloto y seguimiento. Asigna responsable de ejecución y autoridad de aprobación. Un cronograma útil representa dependencias y disponibilidad de participantes. No programes una validación antes de disponer de evidencia suficiente ni supongas que todas las personas estarán disponibles a tiempo completo.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planificación conecta el problema con entregables, personas y decisiones. Un modelo actual validado debe preceder al diagnóstico y a la selección del cambio. El piloto necesita preparación operacional y condiciones de aceptación. Al concluir, la responsabilidad de seguimiento se transfiere de manera explícita para que la mejora no dependa de mantener abierto el proyecto indefinidamente.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una empresa propone mejorar soporte en cuatro semanas, pero el analista solo puede participar dos días por semana y los datos no están consolidados. El plan debe ajustar alcance o plazo, asignar acceso a registros y programar validación con atención al cliente. Comprar una herramienta en la primera semana no sustituye el diagnóstico. El piloto necesita responsables de incidentes y una decisión de continuidad.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 riesgos de datos insuficientes, resistencia, dependencia técnica o interrupción de operación. Define señales tempranas, responsables y respuestas. El cambio necesita comunicación sobre qué se modificará, formación para quienes ejecutan el proceso y un canal para reportar excepciones. Considera pruebas y transición para no usar a los clientes como validadores involuntarios de una solución todavía no comprobada.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criterios observables para aceptar cada entregable y decidir si ampliar el piloto. Prevé soporte y transferencia al responsable de la operación. El cierre del proyecto debe conservar modelos, decisiones, indicadores y aprendizajes. La mejora del proceso continúa después del cierre administrativo; necesita una revisión programada y capacidad de actuar cuando el resultado se aleja del propósito.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Redacta una ficha de proyecto con problema, alcance, exclusiones y beneficio esperado. Después, elabora tres riesgos con señal temprana, responsable y respuesta.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Planifica alcance y capacidad reales. Organiza entregables con aceptación y riesgos. Transfiere la mejora a la operación.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4.1, UPS 2026–2027. Referencia: Jeston y Nelis (2014), Business Process Management: Practical Guidelines to Successful Implementations. Dumas et al. (2018), Fundamentals of Business Process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Planificación de un proyecto BPM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Planificar un proyecto BPM con alcance, entregables, responsabilidades, riesgos y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criterios de aceptación.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Planificar un proyecto BPM con alcance, entregables, responsabilidades, riesgos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y criterios de aceptación.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4648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compromisos deben revisarse antes de aprobar el calendario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Alcance y justificación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proyecto BPM organiza una intervención temporal para mejorar un proceso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propósito definido. Explica el problema, quién recibe el resultado, qué se incluye y qué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queda fuera. Relaciona los beneficios esperados con evidencia inicial y evita prometer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transformación total sin recursos. El responsable del proyecto y el dueño del proceso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cumplen funciones relacionadas, pero distintas.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Entregables y responsabilidades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Descompón el trabajo en entregables verificables: alcance, modelo actual, diagnóstico,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propuesta futura, piloto y seguimiento. Asigna responsable de ejecución y autoridad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aprobación. Un cronograma útil representa dependencias y disponibilidad de participantes.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programes una validación antes de disponer de evidencia suficiente ni supongas que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todas las personas estarán disponibles a tiempo completo.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Justificar alcance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Organizar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entregables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Preparar 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Transferir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seguimiento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905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295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La planificación conecta el problema con entregables, personas y decisiones. Un modelo actual validado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debe preceder al diagnóstico y a la selección del cambio. El piloto necesita preparación operacional y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condiciones de aceptación. Al concluir, la responsabilidad de seguimiento se transfiere de manera</a:t>
            </a:r>
          </a:p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536975"/>
                </a:solidFill>
                <a:latin typeface="Noto Sans"/>
              </a:defRPr>
            </a:pPr>
            <a:r>
              <a:t>explícita para que la mejora no dependa de mantener abierto el proyecto indefinidamente.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una empresa propone mejorar soporte en cuatro semanas, pero el analista solo puede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participar dos días por semana y los datos no están consolidados. El plan debe ajustar alcance 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plazo, asignar acceso a registros y programar validación con atención al cliente. Comprar una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herramienta en la primera semana no sustituye el diagnóstico. El piloto necesita responsables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incidentes y una decisión de continuidad.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compromisos deben revisarse antes de aprobar el calendario del caso?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Riesgos y cambio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Identifica riesgos de datos insuficientes, resistencia, dependencia técnica o interrupción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operación. Define señales tempranas, responsables y respuestas. El cambio necesita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comunicación sobre qué se modificará, formación para quienes ejecutan el proceso y un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canal para reportar excepciones. Considera pruebas y transición para no usar a los clientes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como validadores involuntarios de una solución todavía no comprobada.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Aceptación y continuidad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Define criterios observables para aceptar cada entregable y decidir si ampliar el piloto.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Prevé soporte y transferencia al responsable de la operación. El cierre del proyecto debe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conservar modelos, decisiones, indicadores y aprendizajes. La mejora del proceso continúa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después del cierre administrativo; necesita una revisión programada y capacidad de actuar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cuando el resultado se aleja del propósito.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Redacta una ficha de proyecto con problema, alcance, exclusiones y beneficio esperado.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Construye entregables, dependencias y responsables para un calendario realista.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Elabora tres riesgos con señal temprana, responsable y respuesta.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aceptación del piloto y transferencia al responsable del proceso.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U4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Planifica alcance y capacidad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Organiza entregables con aceptación y riesgos.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Transfiere la mejora a la operación.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Jeston y Nelis (2014), Business Process Management: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Practical Guidelines to Successful Implementations. Dumas et al. (2018), Fundamentals of Business Process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de un proyecto BPM</dc:title>
  <dc:subject>Implementación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