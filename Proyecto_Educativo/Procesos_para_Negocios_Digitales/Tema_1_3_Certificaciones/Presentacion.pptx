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certificaciones. El propósito es distinguir certificaciones de personas, acreditaciones formativas y certificaciones organizacionales relacionadas con gestión por procesos.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afirmación sería verificable y qué información falta para hablar de certificación profesional?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certificación declara que una persona, producto, sistema u organización cumple criterios de un esquema definido. En BPM importa identificar quién emite la credencial, qué competencias evalúa y a quién corresponde. Un certificado de asistencia demuestra participación bajo sus condiciones, pero no equivale automáticamente a una certificación profesional basada en evaluación de competencias.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ABPMP publica certificaciones profesionales relacionadas con BPM, como CBPA, CBPP y CBPL, con alcances y requisitos propios. Los requisitos, disponibilidad y condiciones deben comprobarse en su fuente vigente. También existen credenciales de proveedores sobre herramientas específicas. Dominio de una plataforma no demuestra por sí solo competencia integral en análisis, cambio y gestión de procesos.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primero qué competencia o reconocimiento necesitas. Revisa el esquema en la fuente oficial y distingue formación previa, evaluación y requisitos de experiencia. Verifica que la credencial emitida pueda comprobarse y que la afirmación que haces respete su alcance. Después considera las condiciones de mantenimiento y actualización, sin asumir que una credencial es indefinida.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una analista termina un curso de ocho horas y recibe un certificado de participación. Su empresa quiere anunciar que está certificada internacionalmente en BPM. Antes de publicar, debe distinguir la formación de la analista de una certificación profesional y de una certificación organizacional. Si decide preparar una credencial profesional, necesita revisar requisitos actuales y un plan realista de aprendizaje y evidencia.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certificación profesional pertenece a la persona que cumple su esquema. Una certificación organizacional, como la de un sistema de gestión bajo un estándar aplicable, tiene otro objeto y alcance. No debe presentarse una credencial de un empleado como certificación de toda la empresa, ni confundir una formación en BPM con una autorización legal para cualquier servicio profesional.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 la credencial con un objetivo y revisa entidad emisora, requisitos, examen, experiencia requerida, vigencia, renovación y costos en la información oficial actual. Comprueba autenticidad y alcance antes de usar un logotipo o afirmación comercial. La certificación puede apoyar desarrollo profesional, pero no garantiza empleo ni resultados de proyectos sin práctica, ética y actualización continua.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Clasifica tres evidencias ficticias: asistencia, credencial profesional y certificación organizacional. Después, corrige el anuncio del caso para que respete la evidencia disponible.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Distingue asistencia, competencia y organización. Comprueba emisor, alcance y requisitos vigentes. Comunica solo lo que la evidencia acredita.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1.3, UPS 2026–2027. Referencia: ABPMP International, información oficial de certificación: https://www.abpmp.org/ . Los requisitos deben consultarse en su versión vigente; no se atribuye equivalencia universal entre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Certificaciones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Distinguir certificaciones de personas, acreditaciones formativas y certificaciones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organizacionales relacionadas con gestión por procesos.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Distinguir certificaciones de personas, acreditaciones formativas y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certificaciones organizacionales relacionadas con gestión por procesos.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afirmación sería verificable y qué información falta para hablar de certificación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profesional?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Qué se certifica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certificación declara que una persona, producto, sistema u organización cumple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criterios de un esquema definido. En BPM importa identificar quién emite la credencial, qué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competencias evalúa y a quién corresponde. Un certificado de asistencia demuestra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participación bajo sus condiciones, pero no equivale automáticamente a una certificación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profesional basada en evaluación de competencias.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Esquemas y alcance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ABPMP publica certificaciones profesionales relacionadas con BPM, como CBPA, CBPP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CBPL, con alcances y requisitos propios. Los requisitos, disponibilidad y condiciones deben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comprobarse en su fuente vigente. También existen credenciales de proveedores sobre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herramientas específicas. Dominio de una plataforma no demuestra por sí solo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competencia integral en análisis, cambio y gestión de procesos.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Definir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Revisar esquema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Mantener vigencia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Define primero qué competencia o reconocimiento necesitas. Revisa el esquema en la fuente oficial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y distingue formación previa, evaluación y requisitos de experiencia. Verifica que la credencial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emitida pueda comprobarse y que la afirmación que haces respete su alcance. Después considera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las condiciones de mantenimiento y actualización, sin asumir que una credencial es indefinida.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una analista termina un curso de ocho horas y recibe un certificado de participación.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Su empresa quiere anunciar que está certificada internacionalmente en BPM. Antes de publicar,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debe distinguir la formación de la analista de una certificación profesional y de una certificación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organizacional. Si decide preparar una credencial profesional, necesita revisar requisitos actuales y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un plan realista de aprendizaje y evidencia.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afirmación sería verificable y qué información falta para hablar de certificación profesional?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Personas y organizaciones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certificación profesional pertenece a la persona que cumple su esquema.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certificación organizacional, como la de un sistema de gestión bajo un estándar aplicable,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tiene otro objeto y alcance. No debe presentarse una credencial de un empleado como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certificación de toda la empresa, ni confundir una formación en BPM con una autorización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legal para cualquier servicio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Elegir y verificar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Relaciona la credencial con un objetivo y revisa entidad emisora, requisitos, examen,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experiencia requerida, vigencia, renovación y costos en la información oficial actual.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Comprueba autenticidad y alcance antes de usar un logotipo o afirmación comercial.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certificación puede apoyar desarrollo profesional, pero no garantiza empleo ni resultados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 proyectos sin práctica, ética y actualización continua.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Clasifica tres evidencias ficticias: asistencia, credencial profesional y certificación organizacional.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Compara dos esquemas usando requisitos y alcances que consultarías en fuentes oficiales.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Corrige el anuncio del caso para que respete la evidencia disponible.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 plan de preparación y comprobación de vigencia sin inventar requisitos actuales.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U1 ·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Distingue asistencia, competencia y organización.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Comprueba emisor, alcance y requisitos vigentes.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Comunica solo lo que la evidencia acredita.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ABPMP International, información oficial de certificación: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https://www.abpmp.org/ . Los requisitos deben consultarse en su versión vigente; no se atribuye equivalencia universal entre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credenciales.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Certificaciones</dc:title>
  <dc:subject>Introducción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